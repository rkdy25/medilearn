
<file path=[Content_Types].xml><?xml version="1.0" encoding="utf-8"?>
<Types xmlns="http://schemas.openxmlformats.org/package/2006/content-types">
  <Default Extension="jp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9"/>
  </p:notesMasterIdLst>
  <p:handoutMasterIdLst>
    <p:handoutMasterId r:id="rId30"/>
  </p:handoutMasterIdLst>
  <p:sldIdLst>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6" r:id="rId23"/>
    <p:sldId id="275" r:id="rId24"/>
    <p:sldId id="277" r:id="rId25"/>
    <p:sldId id="278" r:id="rId26"/>
    <p:sldId id="279" r:id="rId27"/>
    <p:sldId id="280" r:id="rId28"/>
  </p:sldIdLst>
  <p:sldSz cx="12192000" cy="6858000"/>
  <p:notesSz cx="6858000" cy="9144000"/>
  <p:defaultTextStyle>
    <a:defPPr rtl="0">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2C7"/>
    <a:srgbClr val="2C567A"/>
    <a:srgbClr val="0D1D51"/>
    <a:srgbClr val="6666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87949" autoAdjust="0"/>
  </p:normalViewPr>
  <p:slideViewPr>
    <p:cSldViewPr snapToGrid="0" showGuides="1">
      <p:cViewPr varScale="1">
        <p:scale>
          <a:sx n="72" d="100"/>
          <a:sy n="72" d="100"/>
        </p:scale>
        <p:origin x="834" y="66"/>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8" d="100"/>
          <a:sy n="88" d="100"/>
        </p:scale>
        <p:origin x="3822"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handoutMaster" Target="handoutMasters/handoutMaster1.xml"/><Relationship Id="rId8"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8E9995E-5927-4AFB-9548-02552DF6BE44}" type="doc">
      <dgm:prSet loTypeId="urn:microsoft.com/office/officeart/2005/8/layout/hList1" loCatId="list" qsTypeId="urn:microsoft.com/office/officeart/2005/8/quickstyle/simple5" qsCatId="simple" csTypeId="urn:microsoft.com/office/officeart/2005/8/colors/colorful3" csCatId="colorful" phldr="1"/>
      <dgm:spPr/>
      <dgm:t>
        <a:bodyPr/>
        <a:lstStyle/>
        <a:p>
          <a:endParaRPr lang="fr-FR"/>
        </a:p>
      </dgm:t>
    </dgm:pt>
    <dgm:pt modelId="{5F90155D-A446-4833-85B5-AB25CA194E32}">
      <dgm:prSet phldrT="[Texte]"/>
      <dgm:spPr/>
      <dgm:t>
        <a:bodyPr/>
        <a:lstStyle/>
        <a:p>
          <a:r>
            <a:rPr lang="fr-FR" dirty="0"/>
            <a:t>création</a:t>
          </a:r>
        </a:p>
      </dgm:t>
    </dgm:pt>
    <dgm:pt modelId="{9CFE73E0-D446-4C06-991B-A1E8CABB957C}" type="parTrans" cxnId="{83571848-A5BC-4B1C-BCBD-81F55E75CC5E}">
      <dgm:prSet/>
      <dgm:spPr/>
      <dgm:t>
        <a:bodyPr/>
        <a:lstStyle/>
        <a:p>
          <a:endParaRPr lang="fr-FR"/>
        </a:p>
      </dgm:t>
    </dgm:pt>
    <dgm:pt modelId="{D9881218-BCBE-4CE5-92DC-E7A67A599966}" type="sibTrans" cxnId="{83571848-A5BC-4B1C-BCBD-81F55E75CC5E}">
      <dgm:prSet/>
      <dgm:spPr/>
      <dgm:t>
        <a:bodyPr/>
        <a:lstStyle/>
        <a:p>
          <a:endParaRPr lang="fr-FR"/>
        </a:p>
      </dgm:t>
    </dgm:pt>
    <dgm:pt modelId="{F21EAF24-C83B-4477-A809-C0D8CBC09ED0}">
      <dgm:prSet phldrT="[Texte]"/>
      <dgm:spPr/>
      <dgm:t>
        <a:bodyPr/>
        <a:lstStyle/>
        <a:p>
          <a:r>
            <a:rPr lang="fr-FR" dirty="0"/>
            <a:t>1981</a:t>
          </a:r>
        </a:p>
      </dgm:t>
    </dgm:pt>
    <dgm:pt modelId="{38B27C1C-3BB2-4163-A7EB-0D1FA003E6D0}" type="parTrans" cxnId="{03FA8524-B50F-402B-85CF-742C77A3794C}">
      <dgm:prSet/>
      <dgm:spPr/>
      <dgm:t>
        <a:bodyPr/>
        <a:lstStyle/>
        <a:p>
          <a:endParaRPr lang="fr-FR"/>
        </a:p>
      </dgm:t>
    </dgm:pt>
    <dgm:pt modelId="{10140B69-D2DF-43B5-9F5A-83B79384989A}" type="sibTrans" cxnId="{03FA8524-B50F-402B-85CF-742C77A3794C}">
      <dgm:prSet/>
      <dgm:spPr/>
      <dgm:t>
        <a:bodyPr/>
        <a:lstStyle/>
        <a:p>
          <a:endParaRPr lang="fr-FR"/>
        </a:p>
      </dgm:t>
    </dgm:pt>
    <dgm:pt modelId="{8CAB77DF-CCF3-4BA0-A662-AE21638E18B7}">
      <dgm:prSet phldrT="[Texte]" phldr="1"/>
      <dgm:spPr/>
      <dgm:t>
        <a:bodyPr/>
        <a:lstStyle/>
        <a:p>
          <a:endParaRPr lang="fr-FR" dirty="0"/>
        </a:p>
      </dgm:t>
    </dgm:pt>
    <dgm:pt modelId="{431AC0BA-64CE-4215-9D37-A0717517449F}" type="parTrans" cxnId="{9771FD1E-F6EB-4E8F-B5E1-3B4B5B5C97FA}">
      <dgm:prSet/>
      <dgm:spPr/>
      <dgm:t>
        <a:bodyPr/>
        <a:lstStyle/>
        <a:p>
          <a:endParaRPr lang="fr-FR"/>
        </a:p>
      </dgm:t>
    </dgm:pt>
    <dgm:pt modelId="{14613A90-2947-40A5-B43D-2E5A14F824ED}" type="sibTrans" cxnId="{9771FD1E-F6EB-4E8F-B5E1-3B4B5B5C97FA}">
      <dgm:prSet/>
      <dgm:spPr/>
      <dgm:t>
        <a:bodyPr/>
        <a:lstStyle/>
        <a:p>
          <a:endParaRPr lang="fr-FR"/>
        </a:p>
      </dgm:t>
    </dgm:pt>
    <dgm:pt modelId="{5EBDE8DD-9893-499C-82A5-AE37CCF7D193}">
      <dgm:prSet phldrT="[Texte]"/>
      <dgm:spPr/>
      <dgm:t>
        <a:bodyPr/>
        <a:lstStyle/>
        <a:p>
          <a:r>
            <a:rPr lang="fr-FR" dirty="0"/>
            <a:t>secteur</a:t>
          </a:r>
        </a:p>
      </dgm:t>
    </dgm:pt>
    <dgm:pt modelId="{6D854A00-93D3-4AC9-BB9D-78A213E6ADCB}" type="parTrans" cxnId="{E4005D19-44AF-4F16-B31F-0BC4C1D8ED31}">
      <dgm:prSet/>
      <dgm:spPr/>
      <dgm:t>
        <a:bodyPr/>
        <a:lstStyle/>
        <a:p>
          <a:endParaRPr lang="fr-FR"/>
        </a:p>
      </dgm:t>
    </dgm:pt>
    <dgm:pt modelId="{84253316-123C-48D2-AE44-47C47B76E548}" type="sibTrans" cxnId="{E4005D19-44AF-4F16-B31F-0BC4C1D8ED31}">
      <dgm:prSet/>
      <dgm:spPr/>
      <dgm:t>
        <a:bodyPr/>
        <a:lstStyle/>
        <a:p>
          <a:endParaRPr lang="fr-FR"/>
        </a:p>
      </dgm:t>
    </dgm:pt>
    <dgm:pt modelId="{84916FC8-7200-4F4E-9C73-0B920BBCFEC6}">
      <dgm:prSet phldrT="[Texte]"/>
      <dgm:spPr/>
      <dgm:t>
        <a:bodyPr/>
        <a:lstStyle/>
        <a:p>
          <a:r>
            <a:rPr lang="fr-FR" dirty="0"/>
            <a:t>hôtellerie</a:t>
          </a:r>
        </a:p>
      </dgm:t>
    </dgm:pt>
    <dgm:pt modelId="{BB949699-EA6A-48A3-9F5B-5C1E493D9E54}" type="parTrans" cxnId="{40090B6C-1D85-48C5-A8D5-77FD8A7FF9AA}">
      <dgm:prSet/>
      <dgm:spPr/>
      <dgm:t>
        <a:bodyPr/>
        <a:lstStyle/>
        <a:p>
          <a:endParaRPr lang="fr-FR"/>
        </a:p>
      </dgm:t>
    </dgm:pt>
    <dgm:pt modelId="{E41E5E6A-AC1D-47D8-9F1B-E138D777A0EB}" type="sibTrans" cxnId="{40090B6C-1D85-48C5-A8D5-77FD8A7FF9AA}">
      <dgm:prSet/>
      <dgm:spPr/>
      <dgm:t>
        <a:bodyPr/>
        <a:lstStyle/>
        <a:p>
          <a:endParaRPr lang="fr-FR"/>
        </a:p>
      </dgm:t>
    </dgm:pt>
    <dgm:pt modelId="{1CA7490A-3A23-4C57-BAC8-61D7A2C6C683}">
      <dgm:prSet phldrT="[Texte]" phldr="1"/>
      <dgm:spPr/>
      <dgm:t>
        <a:bodyPr/>
        <a:lstStyle/>
        <a:p>
          <a:endParaRPr lang="fr-FR" dirty="0"/>
        </a:p>
      </dgm:t>
    </dgm:pt>
    <dgm:pt modelId="{21F2874D-E48C-4ED1-A4D3-0D4994ECFA30}" type="parTrans" cxnId="{FD182EDB-15AD-404E-87D5-6AFE9089442C}">
      <dgm:prSet/>
      <dgm:spPr/>
      <dgm:t>
        <a:bodyPr/>
        <a:lstStyle/>
        <a:p>
          <a:endParaRPr lang="fr-FR"/>
        </a:p>
      </dgm:t>
    </dgm:pt>
    <dgm:pt modelId="{7441CB82-A42B-4652-A455-CD6FF3396B36}" type="sibTrans" cxnId="{FD182EDB-15AD-404E-87D5-6AFE9089442C}">
      <dgm:prSet/>
      <dgm:spPr/>
      <dgm:t>
        <a:bodyPr/>
        <a:lstStyle/>
        <a:p>
          <a:endParaRPr lang="fr-FR"/>
        </a:p>
      </dgm:t>
    </dgm:pt>
    <dgm:pt modelId="{BC14B0F3-3741-447E-B981-BC15AB38ADCA}">
      <dgm:prSet phldrT="[Texte]"/>
      <dgm:spPr/>
      <dgm:t>
        <a:bodyPr/>
        <a:lstStyle/>
        <a:p>
          <a:r>
            <a:rPr lang="fr-FR" dirty="0"/>
            <a:t>mission</a:t>
          </a:r>
        </a:p>
      </dgm:t>
    </dgm:pt>
    <dgm:pt modelId="{382B6BE4-4419-48B8-A18A-61F5C6D63271}" type="parTrans" cxnId="{7F04E0EB-11DD-48EE-8AF7-C1D6544D6109}">
      <dgm:prSet/>
      <dgm:spPr/>
      <dgm:t>
        <a:bodyPr/>
        <a:lstStyle/>
        <a:p>
          <a:endParaRPr lang="fr-FR"/>
        </a:p>
      </dgm:t>
    </dgm:pt>
    <dgm:pt modelId="{1670B53E-6316-455C-93CB-AC4634E63549}" type="sibTrans" cxnId="{7F04E0EB-11DD-48EE-8AF7-C1D6544D6109}">
      <dgm:prSet/>
      <dgm:spPr/>
      <dgm:t>
        <a:bodyPr/>
        <a:lstStyle/>
        <a:p>
          <a:endParaRPr lang="fr-FR"/>
        </a:p>
      </dgm:t>
    </dgm:pt>
    <dgm:pt modelId="{6398F586-8B70-4907-BF73-4CE5A22FBC44}">
      <dgm:prSet phldrT="[Texte]"/>
      <dgm:spPr/>
      <dgm:t>
        <a:bodyPr/>
        <a:lstStyle/>
        <a:p>
          <a:r>
            <a:rPr lang="en-US" dirty="0" err="1"/>
            <a:t>préparer</a:t>
          </a:r>
          <a:r>
            <a:rPr lang="en-US" dirty="0"/>
            <a:t> les </a:t>
          </a:r>
          <a:r>
            <a:rPr lang="en-US" dirty="0" err="1"/>
            <a:t>jeunes</a:t>
          </a:r>
          <a:r>
            <a:rPr lang="en-US" dirty="0"/>
            <a:t> </a:t>
          </a:r>
          <a:r>
            <a:rPr lang="en-US" dirty="0" err="1"/>
            <a:t>générations</a:t>
          </a:r>
          <a:r>
            <a:rPr lang="en-US" dirty="0"/>
            <a:t> à </a:t>
          </a:r>
          <a:r>
            <a:rPr lang="en-US" dirty="0" err="1"/>
            <a:t>construire</a:t>
          </a:r>
          <a:r>
            <a:rPr lang="en-US" dirty="0"/>
            <a:t> </a:t>
          </a:r>
          <a:r>
            <a:rPr lang="en-US" dirty="0" err="1"/>
            <a:t>leur</a:t>
          </a:r>
          <a:r>
            <a:rPr lang="en-US" dirty="0"/>
            <a:t> avenir </a:t>
          </a:r>
          <a:r>
            <a:rPr lang="en-US" dirty="0" err="1"/>
            <a:t>professionnel</a:t>
          </a:r>
          <a:r>
            <a:rPr lang="en-US" dirty="0"/>
            <a:t> dans </a:t>
          </a:r>
          <a:r>
            <a:rPr lang="en-US" dirty="0" err="1"/>
            <a:t>l’hôtellerie</a:t>
          </a:r>
          <a:r>
            <a:rPr lang="en-US" dirty="0"/>
            <a:t> </a:t>
          </a:r>
          <a:r>
            <a:rPr lang="en-US" dirty="0" err="1"/>
            <a:t>internationale</a:t>
          </a:r>
          <a:r>
            <a:rPr lang="en-US" dirty="0"/>
            <a:t> et le </a:t>
          </a:r>
          <a:r>
            <a:rPr lang="en-US" dirty="0" err="1"/>
            <a:t>tourisme</a:t>
          </a:r>
          <a:endParaRPr lang="fr-FR" dirty="0"/>
        </a:p>
      </dgm:t>
    </dgm:pt>
    <dgm:pt modelId="{D64BB464-620B-4CBC-8FB7-CA985DD1710C}" type="parTrans" cxnId="{E339E026-BED6-4C8D-AD41-D16E79D3B9A1}">
      <dgm:prSet/>
      <dgm:spPr/>
      <dgm:t>
        <a:bodyPr/>
        <a:lstStyle/>
        <a:p>
          <a:endParaRPr lang="fr-FR"/>
        </a:p>
      </dgm:t>
    </dgm:pt>
    <dgm:pt modelId="{3613B8D8-D58C-4A7D-9879-C9D06BEF7224}" type="sibTrans" cxnId="{E339E026-BED6-4C8D-AD41-D16E79D3B9A1}">
      <dgm:prSet/>
      <dgm:spPr/>
      <dgm:t>
        <a:bodyPr/>
        <a:lstStyle/>
        <a:p>
          <a:endParaRPr lang="fr-FR"/>
        </a:p>
      </dgm:t>
    </dgm:pt>
    <dgm:pt modelId="{546FEDCD-109D-4F2F-B65B-FB25C9DE6EDB}" type="pres">
      <dgm:prSet presAssocID="{A8E9995E-5927-4AFB-9548-02552DF6BE44}" presName="Name0" presStyleCnt="0">
        <dgm:presLayoutVars>
          <dgm:dir/>
          <dgm:animLvl val="lvl"/>
          <dgm:resizeHandles val="exact"/>
        </dgm:presLayoutVars>
      </dgm:prSet>
      <dgm:spPr/>
    </dgm:pt>
    <dgm:pt modelId="{00856974-3C24-4315-A29C-432B7093986C}" type="pres">
      <dgm:prSet presAssocID="{5F90155D-A446-4833-85B5-AB25CA194E32}" presName="composite" presStyleCnt="0"/>
      <dgm:spPr/>
    </dgm:pt>
    <dgm:pt modelId="{BDD6C30A-D28B-4987-935B-41C13FD86FDD}" type="pres">
      <dgm:prSet presAssocID="{5F90155D-A446-4833-85B5-AB25CA194E32}" presName="parTx" presStyleLbl="alignNode1" presStyleIdx="0" presStyleCnt="3">
        <dgm:presLayoutVars>
          <dgm:chMax val="0"/>
          <dgm:chPref val="0"/>
          <dgm:bulletEnabled val="1"/>
        </dgm:presLayoutVars>
      </dgm:prSet>
      <dgm:spPr/>
    </dgm:pt>
    <dgm:pt modelId="{AA9DE980-78AB-4A71-94D1-78B6FBE21178}" type="pres">
      <dgm:prSet presAssocID="{5F90155D-A446-4833-85B5-AB25CA194E32}" presName="desTx" presStyleLbl="alignAccFollowNode1" presStyleIdx="0" presStyleCnt="3">
        <dgm:presLayoutVars>
          <dgm:bulletEnabled val="1"/>
        </dgm:presLayoutVars>
      </dgm:prSet>
      <dgm:spPr/>
    </dgm:pt>
    <dgm:pt modelId="{14E9182F-3931-4114-BE0D-4774CEB3E0CC}" type="pres">
      <dgm:prSet presAssocID="{D9881218-BCBE-4CE5-92DC-E7A67A599966}" presName="space" presStyleCnt="0"/>
      <dgm:spPr/>
    </dgm:pt>
    <dgm:pt modelId="{93AAD6EB-E82B-4BE7-9587-565E13822CBE}" type="pres">
      <dgm:prSet presAssocID="{5EBDE8DD-9893-499C-82A5-AE37CCF7D193}" presName="composite" presStyleCnt="0"/>
      <dgm:spPr/>
    </dgm:pt>
    <dgm:pt modelId="{CB0990A9-64B9-403D-A980-81FEDF50898D}" type="pres">
      <dgm:prSet presAssocID="{5EBDE8DD-9893-499C-82A5-AE37CCF7D193}" presName="parTx" presStyleLbl="alignNode1" presStyleIdx="1" presStyleCnt="3">
        <dgm:presLayoutVars>
          <dgm:chMax val="0"/>
          <dgm:chPref val="0"/>
          <dgm:bulletEnabled val="1"/>
        </dgm:presLayoutVars>
      </dgm:prSet>
      <dgm:spPr/>
    </dgm:pt>
    <dgm:pt modelId="{1BB1FFE4-3366-4756-9414-8A0A2EF57639}" type="pres">
      <dgm:prSet presAssocID="{5EBDE8DD-9893-499C-82A5-AE37CCF7D193}" presName="desTx" presStyleLbl="alignAccFollowNode1" presStyleIdx="1" presStyleCnt="3">
        <dgm:presLayoutVars>
          <dgm:bulletEnabled val="1"/>
        </dgm:presLayoutVars>
      </dgm:prSet>
      <dgm:spPr/>
    </dgm:pt>
    <dgm:pt modelId="{A5E6B854-84B8-4166-989A-7C123CDF0B99}" type="pres">
      <dgm:prSet presAssocID="{84253316-123C-48D2-AE44-47C47B76E548}" presName="space" presStyleCnt="0"/>
      <dgm:spPr/>
    </dgm:pt>
    <dgm:pt modelId="{8676FF4A-7D9F-4D96-B3B6-99EAE89559D2}" type="pres">
      <dgm:prSet presAssocID="{BC14B0F3-3741-447E-B981-BC15AB38ADCA}" presName="composite" presStyleCnt="0"/>
      <dgm:spPr/>
    </dgm:pt>
    <dgm:pt modelId="{9550F030-A89D-4AC3-B772-91FBD0289DA7}" type="pres">
      <dgm:prSet presAssocID="{BC14B0F3-3741-447E-B981-BC15AB38ADCA}" presName="parTx" presStyleLbl="alignNode1" presStyleIdx="2" presStyleCnt="3" custLinFactNeighborX="402" custLinFactNeighborY="6533">
        <dgm:presLayoutVars>
          <dgm:chMax val="0"/>
          <dgm:chPref val="0"/>
          <dgm:bulletEnabled val="1"/>
        </dgm:presLayoutVars>
      </dgm:prSet>
      <dgm:spPr/>
    </dgm:pt>
    <dgm:pt modelId="{CF5392CE-1470-4167-A255-69F6A135944C}" type="pres">
      <dgm:prSet presAssocID="{BC14B0F3-3741-447E-B981-BC15AB38ADCA}" presName="desTx" presStyleLbl="alignAccFollowNode1" presStyleIdx="2" presStyleCnt="3">
        <dgm:presLayoutVars>
          <dgm:bulletEnabled val="1"/>
        </dgm:presLayoutVars>
      </dgm:prSet>
      <dgm:spPr/>
    </dgm:pt>
  </dgm:ptLst>
  <dgm:cxnLst>
    <dgm:cxn modelId="{A80C9900-2790-4B77-AB68-CDEB1F833566}" type="presOf" srcId="{6398F586-8B70-4907-BF73-4CE5A22FBC44}" destId="{CF5392CE-1470-4167-A255-69F6A135944C}" srcOrd="0" destOrd="0" presId="urn:microsoft.com/office/officeart/2005/8/layout/hList1"/>
    <dgm:cxn modelId="{E88A8C18-C1C9-4A60-8F4F-62AC2752C4B4}" type="presOf" srcId="{BC14B0F3-3741-447E-B981-BC15AB38ADCA}" destId="{9550F030-A89D-4AC3-B772-91FBD0289DA7}" srcOrd="0" destOrd="0" presId="urn:microsoft.com/office/officeart/2005/8/layout/hList1"/>
    <dgm:cxn modelId="{E4005D19-44AF-4F16-B31F-0BC4C1D8ED31}" srcId="{A8E9995E-5927-4AFB-9548-02552DF6BE44}" destId="{5EBDE8DD-9893-499C-82A5-AE37CCF7D193}" srcOrd="1" destOrd="0" parTransId="{6D854A00-93D3-4AC9-BB9D-78A213E6ADCB}" sibTransId="{84253316-123C-48D2-AE44-47C47B76E548}"/>
    <dgm:cxn modelId="{7CEEFB1D-989D-4BEB-8295-7080E3626482}" type="presOf" srcId="{84916FC8-7200-4F4E-9C73-0B920BBCFEC6}" destId="{1BB1FFE4-3366-4756-9414-8A0A2EF57639}" srcOrd="0" destOrd="0" presId="urn:microsoft.com/office/officeart/2005/8/layout/hList1"/>
    <dgm:cxn modelId="{9771FD1E-F6EB-4E8F-B5E1-3B4B5B5C97FA}" srcId="{5F90155D-A446-4833-85B5-AB25CA194E32}" destId="{8CAB77DF-CCF3-4BA0-A662-AE21638E18B7}" srcOrd="1" destOrd="0" parTransId="{431AC0BA-64CE-4215-9D37-A0717517449F}" sibTransId="{14613A90-2947-40A5-B43D-2E5A14F824ED}"/>
    <dgm:cxn modelId="{03FA8524-B50F-402B-85CF-742C77A3794C}" srcId="{5F90155D-A446-4833-85B5-AB25CA194E32}" destId="{F21EAF24-C83B-4477-A809-C0D8CBC09ED0}" srcOrd="0" destOrd="0" parTransId="{38B27C1C-3BB2-4163-A7EB-0D1FA003E6D0}" sibTransId="{10140B69-D2DF-43B5-9F5A-83B79384989A}"/>
    <dgm:cxn modelId="{E339E026-BED6-4C8D-AD41-D16E79D3B9A1}" srcId="{BC14B0F3-3741-447E-B981-BC15AB38ADCA}" destId="{6398F586-8B70-4907-BF73-4CE5A22FBC44}" srcOrd="0" destOrd="0" parTransId="{D64BB464-620B-4CBC-8FB7-CA985DD1710C}" sibTransId="{3613B8D8-D58C-4A7D-9879-C9D06BEF7224}"/>
    <dgm:cxn modelId="{2818F55E-3A6D-4648-B911-F53C5166942D}" type="presOf" srcId="{A8E9995E-5927-4AFB-9548-02552DF6BE44}" destId="{546FEDCD-109D-4F2F-B65B-FB25C9DE6EDB}" srcOrd="0" destOrd="0" presId="urn:microsoft.com/office/officeart/2005/8/layout/hList1"/>
    <dgm:cxn modelId="{D9C38F62-07BD-4885-A687-A6FFF17C8D75}" type="presOf" srcId="{8CAB77DF-CCF3-4BA0-A662-AE21638E18B7}" destId="{AA9DE980-78AB-4A71-94D1-78B6FBE21178}" srcOrd="0" destOrd="1" presId="urn:microsoft.com/office/officeart/2005/8/layout/hList1"/>
    <dgm:cxn modelId="{83571848-A5BC-4B1C-BCBD-81F55E75CC5E}" srcId="{A8E9995E-5927-4AFB-9548-02552DF6BE44}" destId="{5F90155D-A446-4833-85B5-AB25CA194E32}" srcOrd="0" destOrd="0" parTransId="{9CFE73E0-D446-4C06-991B-A1E8CABB957C}" sibTransId="{D9881218-BCBE-4CE5-92DC-E7A67A599966}"/>
    <dgm:cxn modelId="{40090B6C-1D85-48C5-A8D5-77FD8A7FF9AA}" srcId="{5EBDE8DD-9893-499C-82A5-AE37CCF7D193}" destId="{84916FC8-7200-4F4E-9C73-0B920BBCFEC6}" srcOrd="0" destOrd="0" parTransId="{BB949699-EA6A-48A3-9F5B-5C1E493D9E54}" sibTransId="{E41E5E6A-AC1D-47D8-9F1B-E138D777A0EB}"/>
    <dgm:cxn modelId="{4E8CF47A-D765-4BE8-AE8E-7092034FBA04}" type="presOf" srcId="{5F90155D-A446-4833-85B5-AB25CA194E32}" destId="{BDD6C30A-D28B-4987-935B-41C13FD86FDD}" srcOrd="0" destOrd="0" presId="urn:microsoft.com/office/officeart/2005/8/layout/hList1"/>
    <dgm:cxn modelId="{9CB385A9-497C-4794-AD1B-9839EB3E20F3}" type="presOf" srcId="{1CA7490A-3A23-4C57-BAC8-61D7A2C6C683}" destId="{1BB1FFE4-3366-4756-9414-8A0A2EF57639}" srcOrd="0" destOrd="1" presId="urn:microsoft.com/office/officeart/2005/8/layout/hList1"/>
    <dgm:cxn modelId="{848572B1-83F9-4EA3-800E-ABB77E6B4EB9}" type="presOf" srcId="{F21EAF24-C83B-4477-A809-C0D8CBC09ED0}" destId="{AA9DE980-78AB-4A71-94D1-78B6FBE21178}" srcOrd="0" destOrd="0" presId="urn:microsoft.com/office/officeart/2005/8/layout/hList1"/>
    <dgm:cxn modelId="{FD182EDB-15AD-404E-87D5-6AFE9089442C}" srcId="{5EBDE8DD-9893-499C-82A5-AE37CCF7D193}" destId="{1CA7490A-3A23-4C57-BAC8-61D7A2C6C683}" srcOrd="1" destOrd="0" parTransId="{21F2874D-E48C-4ED1-A4D3-0D4994ECFA30}" sibTransId="{7441CB82-A42B-4652-A455-CD6FF3396B36}"/>
    <dgm:cxn modelId="{7F04E0EB-11DD-48EE-8AF7-C1D6544D6109}" srcId="{A8E9995E-5927-4AFB-9548-02552DF6BE44}" destId="{BC14B0F3-3741-447E-B981-BC15AB38ADCA}" srcOrd="2" destOrd="0" parTransId="{382B6BE4-4419-48B8-A18A-61F5C6D63271}" sibTransId="{1670B53E-6316-455C-93CB-AC4634E63549}"/>
    <dgm:cxn modelId="{17A36DFD-A6C2-4213-A59A-88E9EC5AED6D}" type="presOf" srcId="{5EBDE8DD-9893-499C-82A5-AE37CCF7D193}" destId="{CB0990A9-64B9-403D-A980-81FEDF50898D}" srcOrd="0" destOrd="0" presId="urn:microsoft.com/office/officeart/2005/8/layout/hList1"/>
    <dgm:cxn modelId="{28507062-5537-4D89-A017-4CF2F9A042F5}" type="presParOf" srcId="{546FEDCD-109D-4F2F-B65B-FB25C9DE6EDB}" destId="{00856974-3C24-4315-A29C-432B7093986C}" srcOrd="0" destOrd="0" presId="urn:microsoft.com/office/officeart/2005/8/layout/hList1"/>
    <dgm:cxn modelId="{EFFDC0D9-6C03-43F7-A5C7-B9DA550BB671}" type="presParOf" srcId="{00856974-3C24-4315-A29C-432B7093986C}" destId="{BDD6C30A-D28B-4987-935B-41C13FD86FDD}" srcOrd="0" destOrd="0" presId="urn:microsoft.com/office/officeart/2005/8/layout/hList1"/>
    <dgm:cxn modelId="{C1B670DC-96F2-4B3C-95D1-52D9A898765C}" type="presParOf" srcId="{00856974-3C24-4315-A29C-432B7093986C}" destId="{AA9DE980-78AB-4A71-94D1-78B6FBE21178}" srcOrd="1" destOrd="0" presId="urn:microsoft.com/office/officeart/2005/8/layout/hList1"/>
    <dgm:cxn modelId="{CBD9AB8E-8C4C-49DE-ADE8-C02E2D7378E4}" type="presParOf" srcId="{546FEDCD-109D-4F2F-B65B-FB25C9DE6EDB}" destId="{14E9182F-3931-4114-BE0D-4774CEB3E0CC}" srcOrd="1" destOrd="0" presId="urn:microsoft.com/office/officeart/2005/8/layout/hList1"/>
    <dgm:cxn modelId="{EBCE12C0-F42E-436F-AB09-0AD5F30D41B1}" type="presParOf" srcId="{546FEDCD-109D-4F2F-B65B-FB25C9DE6EDB}" destId="{93AAD6EB-E82B-4BE7-9587-565E13822CBE}" srcOrd="2" destOrd="0" presId="urn:microsoft.com/office/officeart/2005/8/layout/hList1"/>
    <dgm:cxn modelId="{9E3B16C7-A370-47F6-8E91-9DFB4742B4EE}" type="presParOf" srcId="{93AAD6EB-E82B-4BE7-9587-565E13822CBE}" destId="{CB0990A9-64B9-403D-A980-81FEDF50898D}" srcOrd="0" destOrd="0" presId="urn:microsoft.com/office/officeart/2005/8/layout/hList1"/>
    <dgm:cxn modelId="{7496FC5D-E9B2-41F0-B152-152FA9D34EC2}" type="presParOf" srcId="{93AAD6EB-E82B-4BE7-9587-565E13822CBE}" destId="{1BB1FFE4-3366-4756-9414-8A0A2EF57639}" srcOrd="1" destOrd="0" presId="urn:microsoft.com/office/officeart/2005/8/layout/hList1"/>
    <dgm:cxn modelId="{66C96F32-2766-460A-B14F-A23171191FD2}" type="presParOf" srcId="{546FEDCD-109D-4F2F-B65B-FB25C9DE6EDB}" destId="{A5E6B854-84B8-4166-989A-7C123CDF0B99}" srcOrd="3" destOrd="0" presId="urn:microsoft.com/office/officeart/2005/8/layout/hList1"/>
    <dgm:cxn modelId="{6384F37E-A143-45B0-B866-1F8BD7DFDB80}" type="presParOf" srcId="{546FEDCD-109D-4F2F-B65B-FB25C9DE6EDB}" destId="{8676FF4A-7D9F-4D96-B3B6-99EAE89559D2}" srcOrd="4" destOrd="0" presId="urn:microsoft.com/office/officeart/2005/8/layout/hList1"/>
    <dgm:cxn modelId="{FA18DA2A-E6CC-429B-985C-A4CFEB744C37}" type="presParOf" srcId="{8676FF4A-7D9F-4D96-B3B6-99EAE89559D2}" destId="{9550F030-A89D-4AC3-B772-91FBD0289DA7}" srcOrd="0" destOrd="0" presId="urn:microsoft.com/office/officeart/2005/8/layout/hList1"/>
    <dgm:cxn modelId="{7465FE6E-4F8D-42FD-8E8F-5D6A7D39040A}" type="presParOf" srcId="{8676FF4A-7D9F-4D96-B3B6-99EAE89559D2}" destId="{CF5392CE-1470-4167-A255-69F6A135944C}"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5841522-8664-4BB8-8294-BC507041499F}" type="doc">
      <dgm:prSet loTypeId="urn:microsoft.com/office/officeart/2005/8/layout/vList3" loCatId="list" qsTypeId="urn:microsoft.com/office/officeart/2005/8/quickstyle/simple5" qsCatId="simple" csTypeId="urn:microsoft.com/office/officeart/2005/8/colors/colorful1" csCatId="colorful" phldr="1"/>
      <dgm:spPr/>
    </dgm:pt>
    <dgm:pt modelId="{210F9E29-3249-4FD1-9A29-B4E3EA7AD26E}">
      <dgm:prSet phldrT="[Texte]"/>
      <dgm:spPr/>
      <dgm:t>
        <a:bodyPr/>
        <a:lstStyle/>
        <a:p>
          <a:r>
            <a:rPr lang="fr-FR" dirty="0"/>
            <a:t>Localisation: </a:t>
          </a:r>
          <a:r>
            <a:rPr lang="fr-FR" dirty="0" err="1"/>
            <a:t>Ambatoroka</a:t>
          </a:r>
          <a:endParaRPr lang="fr-FR" dirty="0"/>
        </a:p>
      </dgm:t>
    </dgm:pt>
    <dgm:pt modelId="{F076F4A9-7518-4046-8B40-36C00DF8D2AC}" type="parTrans" cxnId="{0856DA03-7737-48EC-8DAA-1740E018B853}">
      <dgm:prSet/>
      <dgm:spPr/>
      <dgm:t>
        <a:bodyPr/>
        <a:lstStyle/>
        <a:p>
          <a:endParaRPr lang="fr-FR"/>
        </a:p>
      </dgm:t>
    </dgm:pt>
    <dgm:pt modelId="{A8FA9E9D-F6D0-4573-9D86-C32373F620D7}" type="sibTrans" cxnId="{0856DA03-7737-48EC-8DAA-1740E018B853}">
      <dgm:prSet/>
      <dgm:spPr/>
      <dgm:t>
        <a:bodyPr/>
        <a:lstStyle/>
        <a:p>
          <a:endParaRPr lang="fr-FR"/>
        </a:p>
      </dgm:t>
    </dgm:pt>
    <dgm:pt modelId="{3D103B56-9C69-4ED8-9488-39EFB9D88E8A}">
      <dgm:prSet phldrT="[Texte]"/>
      <dgm:spPr/>
      <dgm:t>
        <a:bodyPr/>
        <a:lstStyle/>
        <a:p>
          <a:r>
            <a:rPr lang="fr-FR" dirty="0"/>
            <a:t>Il permet aux étudiants de faire des pratiques</a:t>
          </a:r>
        </a:p>
      </dgm:t>
    </dgm:pt>
    <dgm:pt modelId="{A5C9EB74-087B-4775-AD7B-A514D4422955}" type="parTrans" cxnId="{BB190FC2-EAB3-4BC8-BC72-A56D7AE7E0D6}">
      <dgm:prSet/>
      <dgm:spPr/>
      <dgm:t>
        <a:bodyPr/>
        <a:lstStyle/>
        <a:p>
          <a:endParaRPr lang="fr-FR"/>
        </a:p>
      </dgm:t>
    </dgm:pt>
    <dgm:pt modelId="{E3E13538-5934-4175-A666-4F5562D5CFF1}" type="sibTrans" cxnId="{BB190FC2-EAB3-4BC8-BC72-A56D7AE7E0D6}">
      <dgm:prSet/>
      <dgm:spPr/>
      <dgm:t>
        <a:bodyPr/>
        <a:lstStyle/>
        <a:p>
          <a:endParaRPr lang="fr-FR"/>
        </a:p>
      </dgm:t>
    </dgm:pt>
    <dgm:pt modelId="{29BDBE7E-80C6-4A7D-A901-AF2CE2973B0C}" type="pres">
      <dgm:prSet presAssocID="{15841522-8664-4BB8-8294-BC507041499F}" presName="linearFlow" presStyleCnt="0">
        <dgm:presLayoutVars>
          <dgm:dir/>
          <dgm:resizeHandles val="exact"/>
        </dgm:presLayoutVars>
      </dgm:prSet>
      <dgm:spPr/>
    </dgm:pt>
    <dgm:pt modelId="{6FF1B931-FBEE-4043-8F1B-CF64C4060207}" type="pres">
      <dgm:prSet presAssocID="{210F9E29-3249-4FD1-9A29-B4E3EA7AD26E}" presName="composite" presStyleCnt="0"/>
      <dgm:spPr/>
    </dgm:pt>
    <dgm:pt modelId="{47D02538-A97F-457F-A79B-1CF2AC4DB1DD}" type="pres">
      <dgm:prSet presAssocID="{210F9E29-3249-4FD1-9A29-B4E3EA7AD26E}" presName="imgShp" presStyleLbl="fgImgPlace1" presStyleIdx="0" presStyleCnt="2"/>
      <dgm:spPr/>
    </dgm:pt>
    <dgm:pt modelId="{9F733DD9-82B8-4146-8A5A-8413F6331658}" type="pres">
      <dgm:prSet presAssocID="{210F9E29-3249-4FD1-9A29-B4E3EA7AD26E}" presName="txShp" presStyleLbl="node1" presStyleIdx="0" presStyleCnt="2">
        <dgm:presLayoutVars>
          <dgm:bulletEnabled val="1"/>
        </dgm:presLayoutVars>
      </dgm:prSet>
      <dgm:spPr/>
    </dgm:pt>
    <dgm:pt modelId="{BF3C5C44-3F3C-48F4-9739-A19DA0D53962}" type="pres">
      <dgm:prSet presAssocID="{A8FA9E9D-F6D0-4573-9D86-C32373F620D7}" presName="spacing" presStyleCnt="0"/>
      <dgm:spPr/>
    </dgm:pt>
    <dgm:pt modelId="{66369C79-5127-47C8-82C3-B1DFF27385BC}" type="pres">
      <dgm:prSet presAssocID="{3D103B56-9C69-4ED8-9488-39EFB9D88E8A}" presName="composite" presStyleCnt="0"/>
      <dgm:spPr/>
    </dgm:pt>
    <dgm:pt modelId="{F3BBAA22-4C36-4C2F-B586-25A2D0444585}" type="pres">
      <dgm:prSet presAssocID="{3D103B56-9C69-4ED8-9488-39EFB9D88E8A}" presName="imgShp" presStyleLbl="fgImgPlace1" presStyleIdx="1" presStyleCnt="2"/>
      <dgm:spPr/>
    </dgm:pt>
    <dgm:pt modelId="{214E645B-A661-4EAB-9D34-FC6A3D6D49E8}" type="pres">
      <dgm:prSet presAssocID="{3D103B56-9C69-4ED8-9488-39EFB9D88E8A}" presName="txShp" presStyleLbl="node1" presStyleIdx="1" presStyleCnt="2">
        <dgm:presLayoutVars>
          <dgm:bulletEnabled val="1"/>
        </dgm:presLayoutVars>
      </dgm:prSet>
      <dgm:spPr/>
    </dgm:pt>
  </dgm:ptLst>
  <dgm:cxnLst>
    <dgm:cxn modelId="{0856DA03-7737-48EC-8DAA-1740E018B853}" srcId="{15841522-8664-4BB8-8294-BC507041499F}" destId="{210F9E29-3249-4FD1-9A29-B4E3EA7AD26E}" srcOrd="0" destOrd="0" parTransId="{F076F4A9-7518-4046-8B40-36C00DF8D2AC}" sibTransId="{A8FA9E9D-F6D0-4573-9D86-C32373F620D7}"/>
    <dgm:cxn modelId="{73A97415-B110-475B-A6FF-3C5B4F06F63B}" type="presOf" srcId="{210F9E29-3249-4FD1-9A29-B4E3EA7AD26E}" destId="{9F733DD9-82B8-4146-8A5A-8413F6331658}" srcOrd="0" destOrd="0" presId="urn:microsoft.com/office/officeart/2005/8/layout/vList3"/>
    <dgm:cxn modelId="{F838762B-CEAA-444E-84DB-69CDE36BA5D8}" type="presOf" srcId="{3D103B56-9C69-4ED8-9488-39EFB9D88E8A}" destId="{214E645B-A661-4EAB-9D34-FC6A3D6D49E8}" srcOrd="0" destOrd="0" presId="urn:microsoft.com/office/officeart/2005/8/layout/vList3"/>
    <dgm:cxn modelId="{4045B131-7D16-456B-937A-DC080299E274}" type="presOf" srcId="{15841522-8664-4BB8-8294-BC507041499F}" destId="{29BDBE7E-80C6-4A7D-A901-AF2CE2973B0C}" srcOrd="0" destOrd="0" presId="urn:microsoft.com/office/officeart/2005/8/layout/vList3"/>
    <dgm:cxn modelId="{BB190FC2-EAB3-4BC8-BC72-A56D7AE7E0D6}" srcId="{15841522-8664-4BB8-8294-BC507041499F}" destId="{3D103B56-9C69-4ED8-9488-39EFB9D88E8A}" srcOrd="1" destOrd="0" parTransId="{A5C9EB74-087B-4775-AD7B-A514D4422955}" sibTransId="{E3E13538-5934-4175-A666-4F5562D5CFF1}"/>
    <dgm:cxn modelId="{E4163C4F-91CE-4786-98F3-18963512F3D4}" type="presParOf" srcId="{29BDBE7E-80C6-4A7D-A901-AF2CE2973B0C}" destId="{6FF1B931-FBEE-4043-8F1B-CF64C4060207}" srcOrd="0" destOrd="0" presId="urn:microsoft.com/office/officeart/2005/8/layout/vList3"/>
    <dgm:cxn modelId="{E3376226-A462-4511-9381-40E77A47B390}" type="presParOf" srcId="{6FF1B931-FBEE-4043-8F1B-CF64C4060207}" destId="{47D02538-A97F-457F-A79B-1CF2AC4DB1DD}" srcOrd="0" destOrd="0" presId="urn:microsoft.com/office/officeart/2005/8/layout/vList3"/>
    <dgm:cxn modelId="{D5A8A413-0D14-4CE8-851D-37F187B56C02}" type="presParOf" srcId="{6FF1B931-FBEE-4043-8F1B-CF64C4060207}" destId="{9F733DD9-82B8-4146-8A5A-8413F6331658}" srcOrd="1" destOrd="0" presId="urn:microsoft.com/office/officeart/2005/8/layout/vList3"/>
    <dgm:cxn modelId="{C6EB261A-DF57-4C71-B182-57183513C362}" type="presParOf" srcId="{29BDBE7E-80C6-4A7D-A901-AF2CE2973B0C}" destId="{BF3C5C44-3F3C-48F4-9739-A19DA0D53962}" srcOrd="1" destOrd="0" presId="urn:microsoft.com/office/officeart/2005/8/layout/vList3"/>
    <dgm:cxn modelId="{510AE5FC-5468-4180-B1AA-F7106E5D69EA}" type="presParOf" srcId="{29BDBE7E-80C6-4A7D-A901-AF2CE2973B0C}" destId="{66369C79-5127-47C8-82C3-B1DFF27385BC}" srcOrd="2" destOrd="0" presId="urn:microsoft.com/office/officeart/2005/8/layout/vList3"/>
    <dgm:cxn modelId="{BF078AEE-F471-4E7D-8571-D1386C543703}" type="presParOf" srcId="{66369C79-5127-47C8-82C3-B1DFF27385BC}" destId="{F3BBAA22-4C36-4C2F-B586-25A2D0444585}" srcOrd="0" destOrd="0" presId="urn:microsoft.com/office/officeart/2005/8/layout/vList3"/>
    <dgm:cxn modelId="{3DA1FF22-A639-4335-A9BD-BE5B906B07CB}" type="presParOf" srcId="{66369C79-5127-47C8-82C3-B1DFF27385BC}" destId="{214E645B-A661-4EAB-9D34-FC6A3D6D49E8}"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18A69C8-8FE8-40FE-9C1C-5DA170572DA7}" type="doc">
      <dgm:prSet loTypeId="urn:microsoft.com/office/officeart/2005/8/layout/pList1" loCatId="list" qsTypeId="urn:microsoft.com/office/officeart/2005/8/quickstyle/simple1" qsCatId="simple" csTypeId="urn:microsoft.com/office/officeart/2005/8/colors/accent1_2" csCatId="accent1" phldr="1"/>
      <dgm:spPr/>
      <dgm:t>
        <a:bodyPr/>
        <a:lstStyle/>
        <a:p>
          <a:endParaRPr lang="fr-FR"/>
        </a:p>
      </dgm:t>
    </dgm:pt>
    <dgm:pt modelId="{323119BE-91E5-4B9E-B7B5-C7B743E164C5}">
      <dgm:prSet phldrT="[Texte]"/>
      <dgm:spPr/>
      <dgm:t>
        <a:bodyPr/>
        <a:lstStyle/>
        <a:p>
          <a:r>
            <a:rPr lang="fr-FR" dirty="0">
              <a:solidFill>
                <a:srgbClr val="00B0F0"/>
              </a:solidFill>
            </a:rPr>
            <a:t>S’ouvrir au monde et réussir</a:t>
          </a:r>
        </a:p>
      </dgm:t>
    </dgm:pt>
    <dgm:pt modelId="{504A8AA8-2FB0-424B-9338-5A005423D9CC}" type="parTrans" cxnId="{F675940C-DB13-401E-A305-1C905BB755B5}">
      <dgm:prSet/>
      <dgm:spPr/>
      <dgm:t>
        <a:bodyPr/>
        <a:lstStyle/>
        <a:p>
          <a:endParaRPr lang="fr-FR"/>
        </a:p>
      </dgm:t>
    </dgm:pt>
    <dgm:pt modelId="{CCBFFDE2-6635-4E25-B3B1-EFFA17A40C07}" type="sibTrans" cxnId="{F675940C-DB13-401E-A305-1C905BB755B5}">
      <dgm:prSet/>
      <dgm:spPr/>
      <dgm:t>
        <a:bodyPr/>
        <a:lstStyle/>
        <a:p>
          <a:endParaRPr lang="fr-FR"/>
        </a:p>
      </dgm:t>
    </dgm:pt>
    <dgm:pt modelId="{7C1422CA-2382-4E10-991E-A2A3219CABA6}">
      <dgm:prSet phldrT="[Texte]"/>
      <dgm:spPr/>
      <dgm:t>
        <a:bodyPr/>
        <a:lstStyle/>
        <a:p>
          <a:r>
            <a:rPr lang="fr-FR" dirty="0">
              <a:solidFill>
                <a:srgbClr val="00B0F0"/>
              </a:solidFill>
            </a:rPr>
            <a:t>Leadership: </a:t>
          </a:r>
          <a:r>
            <a:rPr lang="fr-FR" dirty="0">
              <a:solidFill>
                <a:schemeClr val="tx1"/>
              </a:solidFill>
            </a:rPr>
            <a:t>montrer l’exemple</a:t>
          </a:r>
          <a:endParaRPr lang="fr-FR" dirty="0">
            <a:solidFill>
              <a:srgbClr val="00B0F0"/>
            </a:solidFill>
          </a:endParaRPr>
        </a:p>
      </dgm:t>
    </dgm:pt>
    <dgm:pt modelId="{1EB264AC-5424-4B48-8FE2-5AA49DFCB10E}" type="parTrans" cxnId="{6DAF19EB-212F-4A8F-B1B7-6F100F376364}">
      <dgm:prSet/>
      <dgm:spPr/>
      <dgm:t>
        <a:bodyPr/>
        <a:lstStyle/>
        <a:p>
          <a:endParaRPr lang="fr-FR"/>
        </a:p>
      </dgm:t>
    </dgm:pt>
    <dgm:pt modelId="{4043DB9F-7941-4B0D-BA6E-7A9B34F3E477}" type="sibTrans" cxnId="{6DAF19EB-212F-4A8F-B1B7-6F100F376364}">
      <dgm:prSet/>
      <dgm:spPr/>
      <dgm:t>
        <a:bodyPr/>
        <a:lstStyle/>
        <a:p>
          <a:endParaRPr lang="fr-FR"/>
        </a:p>
      </dgm:t>
    </dgm:pt>
    <dgm:pt modelId="{6670EFE2-9124-4DC8-B261-90249E5DCF77}">
      <dgm:prSet phldrT="[Texte]"/>
      <dgm:spPr/>
      <dgm:t>
        <a:bodyPr/>
        <a:lstStyle/>
        <a:p>
          <a:r>
            <a:rPr lang="fr-FR" dirty="0">
              <a:solidFill>
                <a:srgbClr val="00B0F0"/>
              </a:solidFill>
            </a:rPr>
            <a:t>Intégrité: </a:t>
          </a:r>
          <a:r>
            <a:rPr lang="en-US" dirty="0" err="1"/>
            <a:t>confiance</a:t>
          </a:r>
          <a:r>
            <a:rPr lang="en-US" dirty="0"/>
            <a:t> et </a:t>
          </a:r>
          <a:r>
            <a:rPr lang="en-US" dirty="0" err="1"/>
            <a:t>maintien</a:t>
          </a:r>
          <a:r>
            <a:rPr lang="en-US" dirty="0"/>
            <a:t> de la </a:t>
          </a:r>
          <a:r>
            <a:rPr lang="en-US" dirty="0" err="1"/>
            <a:t>qualité</a:t>
          </a:r>
          <a:r>
            <a:rPr lang="en-US" dirty="0"/>
            <a:t> des services</a:t>
          </a:r>
          <a:endParaRPr lang="fr-FR" dirty="0">
            <a:solidFill>
              <a:srgbClr val="00B0F0"/>
            </a:solidFill>
          </a:endParaRPr>
        </a:p>
      </dgm:t>
    </dgm:pt>
    <dgm:pt modelId="{907E435A-940F-4506-B95A-A7FF2E3AD037}" type="parTrans" cxnId="{F4A79DAF-4CFA-4AD3-A3C7-9EB132D0BE92}">
      <dgm:prSet/>
      <dgm:spPr/>
      <dgm:t>
        <a:bodyPr/>
        <a:lstStyle/>
        <a:p>
          <a:endParaRPr lang="fr-FR"/>
        </a:p>
      </dgm:t>
    </dgm:pt>
    <dgm:pt modelId="{B526EAEA-2516-42C0-8D60-7B54580FB3C8}" type="sibTrans" cxnId="{F4A79DAF-4CFA-4AD3-A3C7-9EB132D0BE92}">
      <dgm:prSet/>
      <dgm:spPr/>
      <dgm:t>
        <a:bodyPr/>
        <a:lstStyle/>
        <a:p>
          <a:endParaRPr lang="fr-FR"/>
        </a:p>
      </dgm:t>
    </dgm:pt>
    <dgm:pt modelId="{05FC5181-1F57-4CD9-A144-F75A77D215AD}" type="pres">
      <dgm:prSet presAssocID="{A18A69C8-8FE8-40FE-9C1C-5DA170572DA7}" presName="Name0" presStyleCnt="0">
        <dgm:presLayoutVars>
          <dgm:dir/>
          <dgm:resizeHandles val="exact"/>
        </dgm:presLayoutVars>
      </dgm:prSet>
      <dgm:spPr/>
    </dgm:pt>
    <dgm:pt modelId="{05A35154-93F6-44D3-AF1D-4AC2286E127B}" type="pres">
      <dgm:prSet presAssocID="{323119BE-91E5-4B9E-B7B5-C7B743E164C5}" presName="compNode" presStyleCnt="0"/>
      <dgm:spPr/>
    </dgm:pt>
    <dgm:pt modelId="{7A5E9EE4-8CC2-492F-973C-B3397FE36133}" type="pres">
      <dgm:prSet presAssocID="{323119BE-91E5-4B9E-B7B5-C7B743E164C5}" presName="pictRect" presStyleLbl="node1" presStyleIdx="0" presStyleCnt="3"/>
      <dgm:spPr/>
    </dgm:pt>
    <dgm:pt modelId="{E70F085E-CDFD-4924-8EDD-BA7D769128A9}" type="pres">
      <dgm:prSet presAssocID="{323119BE-91E5-4B9E-B7B5-C7B743E164C5}" presName="textRect" presStyleLbl="revTx" presStyleIdx="0" presStyleCnt="3">
        <dgm:presLayoutVars>
          <dgm:bulletEnabled val="1"/>
        </dgm:presLayoutVars>
      </dgm:prSet>
      <dgm:spPr/>
    </dgm:pt>
    <dgm:pt modelId="{0320C97D-C9F3-49A9-BB00-A441E32454FE}" type="pres">
      <dgm:prSet presAssocID="{CCBFFDE2-6635-4E25-B3B1-EFFA17A40C07}" presName="sibTrans" presStyleLbl="sibTrans2D1" presStyleIdx="0" presStyleCnt="0"/>
      <dgm:spPr/>
    </dgm:pt>
    <dgm:pt modelId="{1286317A-7AEA-4464-BEEA-A281061DDE70}" type="pres">
      <dgm:prSet presAssocID="{7C1422CA-2382-4E10-991E-A2A3219CABA6}" presName="compNode" presStyleCnt="0"/>
      <dgm:spPr/>
    </dgm:pt>
    <dgm:pt modelId="{48437BE0-2CD3-4288-A2BE-83ADBFA74353}" type="pres">
      <dgm:prSet presAssocID="{7C1422CA-2382-4E10-991E-A2A3219CABA6}" presName="pictRect" presStyleLbl="node1" presStyleIdx="1" presStyleCnt="3"/>
      <dgm:spPr/>
    </dgm:pt>
    <dgm:pt modelId="{FD97F9E4-2A20-44AA-9A8E-AD43EA4E981A}" type="pres">
      <dgm:prSet presAssocID="{7C1422CA-2382-4E10-991E-A2A3219CABA6}" presName="textRect" presStyleLbl="revTx" presStyleIdx="1" presStyleCnt="3">
        <dgm:presLayoutVars>
          <dgm:bulletEnabled val="1"/>
        </dgm:presLayoutVars>
      </dgm:prSet>
      <dgm:spPr/>
    </dgm:pt>
    <dgm:pt modelId="{3572A29C-57EC-44B7-A5A7-F2815E6C2482}" type="pres">
      <dgm:prSet presAssocID="{4043DB9F-7941-4B0D-BA6E-7A9B34F3E477}" presName="sibTrans" presStyleLbl="sibTrans2D1" presStyleIdx="0" presStyleCnt="0"/>
      <dgm:spPr/>
    </dgm:pt>
    <dgm:pt modelId="{66F15164-36C0-45DD-AD13-1447830A2DB6}" type="pres">
      <dgm:prSet presAssocID="{6670EFE2-9124-4DC8-B261-90249E5DCF77}" presName="compNode" presStyleCnt="0"/>
      <dgm:spPr/>
    </dgm:pt>
    <dgm:pt modelId="{9DF02A77-C0BC-47CE-A2F5-F8DA178C6E62}" type="pres">
      <dgm:prSet presAssocID="{6670EFE2-9124-4DC8-B261-90249E5DCF77}" presName="pictRect" presStyleLbl="node1" presStyleIdx="2" presStyleCnt="3"/>
      <dgm:spPr/>
    </dgm:pt>
    <dgm:pt modelId="{D39352B2-EA2B-4D8A-A28B-C7960E47723E}" type="pres">
      <dgm:prSet presAssocID="{6670EFE2-9124-4DC8-B261-90249E5DCF77}" presName="textRect" presStyleLbl="revTx" presStyleIdx="2" presStyleCnt="3">
        <dgm:presLayoutVars>
          <dgm:bulletEnabled val="1"/>
        </dgm:presLayoutVars>
      </dgm:prSet>
      <dgm:spPr/>
    </dgm:pt>
  </dgm:ptLst>
  <dgm:cxnLst>
    <dgm:cxn modelId="{F675940C-DB13-401E-A305-1C905BB755B5}" srcId="{A18A69C8-8FE8-40FE-9C1C-5DA170572DA7}" destId="{323119BE-91E5-4B9E-B7B5-C7B743E164C5}" srcOrd="0" destOrd="0" parTransId="{504A8AA8-2FB0-424B-9338-5A005423D9CC}" sibTransId="{CCBFFDE2-6635-4E25-B3B1-EFFA17A40C07}"/>
    <dgm:cxn modelId="{2A571C3D-3784-4F4A-9F87-33CADF13F8B2}" type="presOf" srcId="{4043DB9F-7941-4B0D-BA6E-7A9B34F3E477}" destId="{3572A29C-57EC-44B7-A5A7-F2815E6C2482}" srcOrd="0" destOrd="0" presId="urn:microsoft.com/office/officeart/2005/8/layout/pList1"/>
    <dgm:cxn modelId="{066F7C82-F8F8-4533-9311-CE9D3FC0D8B1}" type="presOf" srcId="{7C1422CA-2382-4E10-991E-A2A3219CABA6}" destId="{FD97F9E4-2A20-44AA-9A8E-AD43EA4E981A}" srcOrd="0" destOrd="0" presId="urn:microsoft.com/office/officeart/2005/8/layout/pList1"/>
    <dgm:cxn modelId="{FCA6FA8D-EECC-40AF-859A-84B6AFA32003}" type="presOf" srcId="{323119BE-91E5-4B9E-B7B5-C7B743E164C5}" destId="{E70F085E-CDFD-4924-8EDD-BA7D769128A9}" srcOrd="0" destOrd="0" presId="urn:microsoft.com/office/officeart/2005/8/layout/pList1"/>
    <dgm:cxn modelId="{82D716A9-37F9-4F3E-9E83-0A012094F369}" type="presOf" srcId="{A18A69C8-8FE8-40FE-9C1C-5DA170572DA7}" destId="{05FC5181-1F57-4CD9-A144-F75A77D215AD}" srcOrd="0" destOrd="0" presId="urn:microsoft.com/office/officeart/2005/8/layout/pList1"/>
    <dgm:cxn modelId="{F4A79DAF-4CFA-4AD3-A3C7-9EB132D0BE92}" srcId="{A18A69C8-8FE8-40FE-9C1C-5DA170572DA7}" destId="{6670EFE2-9124-4DC8-B261-90249E5DCF77}" srcOrd="2" destOrd="0" parTransId="{907E435A-940F-4506-B95A-A7FF2E3AD037}" sibTransId="{B526EAEA-2516-42C0-8D60-7B54580FB3C8}"/>
    <dgm:cxn modelId="{53D8CABC-1173-4126-99A2-58FF8592B6B3}" type="presOf" srcId="{CCBFFDE2-6635-4E25-B3B1-EFFA17A40C07}" destId="{0320C97D-C9F3-49A9-BB00-A441E32454FE}" srcOrd="0" destOrd="0" presId="urn:microsoft.com/office/officeart/2005/8/layout/pList1"/>
    <dgm:cxn modelId="{D0DA8FC7-D94A-4A09-851B-313D503D6DF7}" type="presOf" srcId="{6670EFE2-9124-4DC8-B261-90249E5DCF77}" destId="{D39352B2-EA2B-4D8A-A28B-C7960E47723E}" srcOrd="0" destOrd="0" presId="urn:microsoft.com/office/officeart/2005/8/layout/pList1"/>
    <dgm:cxn modelId="{6DAF19EB-212F-4A8F-B1B7-6F100F376364}" srcId="{A18A69C8-8FE8-40FE-9C1C-5DA170572DA7}" destId="{7C1422CA-2382-4E10-991E-A2A3219CABA6}" srcOrd="1" destOrd="0" parTransId="{1EB264AC-5424-4B48-8FE2-5AA49DFCB10E}" sibTransId="{4043DB9F-7941-4B0D-BA6E-7A9B34F3E477}"/>
    <dgm:cxn modelId="{2FB31225-C9CE-493B-A650-9F31697D19F8}" type="presParOf" srcId="{05FC5181-1F57-4CD9-A144-F75A77D215AD}" destId="{05A35154-93F6-44D3-AF1D-4AC2286E127B}" srcOrd="0" destOrd="0" presId="urn:microsoft.com/office/officeart/2005/8/layout/pList1"/>
    <dgm:cxn modelId="{568A0630-99BB-4EB9-8FAB-FC0286DF1C1F}" type="presParOf" srcId="{05A35154-93F6-44D3-AF1D-4AC2286E127B}" destId="{7A5E9EE4-8CC2-492F-973C-B3397FE36133}" srcOrd="0" destOrd="0" presId="urn:microsoft.com/office/officeart/2005/8/layout/pList1"/>
    <dgm:cxn modelId="{325A7932-6031-4114-81F3-922CDF55D59B}" type="presParOf" srcId="{05A35154-93F6-44D3-AF1D-4AC2286E127B}" destId="{E70F085E-CDFD-4924-8EDD-BA7D769128A9}" srcOrd="1" destOrd="0" presId="urn:microsoft.com/office/officeart/2005/8/layout/pList1"/>
    <dgm:cxn modelId="{966FFB5B-FF50-4C33-8EF3-365DE6CD648C}" type="presParOf" srcId="{05FC5181-1F57-4CD9-A144-F75A77D215AD}" destId="{0320C97D-C9F3-49A9-BB00-A441E32454FE}" srcOrd="1" destOrd="0" presId="urn:microsoft.com/office/officeart/2005/8/layout/pList1"/>
    <dgm:cxn modelId="{1EBBCC7B-E41E-4744-B54D-FDF9DB6C00D2}" type="presParOf" srcId="{05FC5181-1F57-4CD9-A144-F75A77D215AD}" destId="{1286317A-7AEA-4464-BEEA-A281061DDE70}" srcOrd="2" destOrd="0" presId="urn:microsoft.com/office/officeart/2005/8/layout/pList1"/>
    <dgm:cxn modelId="{13242C01-0EDF-499B-894B-EBAA9E11C1BD}" type="presParOf" srcId="{1286317A-7AEA-4464-BEEA-A281061DDE70}" destId="{48437BE0-2CD3-4288-A2BE-83ADBFA74353}" srcOrd="0" destOrd="0" presId="urn:microsoft.com/office/officeart/2005/8/layout/pList1"/>
    <dgm:cxn modelId="{53476F2B-33B9-41E8-8CAC-0CEEB87F5CD9}" type="presParOf" srcId="{1286317A-7AEA-4464-BEEA-A281061DDE70}" destId="{FD97F9E4-2A20-44AA-9A8E-AD43EA4E981A}" srcOrd="1" destOrd="0" presId="urn:microsoft.com/office/officeart/2005/8/layout/pList1"/>
    <dgm:cxn modelId="{5929F89B-D9A4-4A62-A297-EF4C1313F0FF}" type="presParOf" srcId="{05FC5181-1F57-4CD9-A144-F75A77D215AD}" destId="{3572A29C-57EC-44B7-A5A7-F2815E6C2482}" srcOrd="3" destOrd="0" presId="urn:microsoft.com/office/officeart/2005/8/layout/pList1"/>
    <dgm:cxn modelId="{B3206A9A-E822-41F1-BABD-7EFD7D018248}" type="presParOf" srcId="{05FC5181-1F57-4CD9-A144-F75A77D215AD}" destId="{66F15164-36C0-45DD-AD13-1447830A2DB6}" srcOrd="4" destOrd="0" presId="urn:microsoft.com/office/officeart/2005/8/layout/pList1"/>
    <dgm:cxn modelId="{A724AE24-07B8-4483-B235-5ADC91B98764}" type="presParOf" srcId="{66F15164-36C0-45DD-AD13-1447830A2DB6}" destId="{9DF02A77-C0BC-47CE-A2F5-F8DA178C6E62}" srcOrd="0" destOrd="0" presId="urn:microsoft.com/office/officeart/2005/8/layout/pList1"/>
    <dgm:cxn modelId="{B1BB9CFB-F609-47D5-B611-D850785B88D1}" type="presParOf" srcId="{66F15164-36C0-45DD-AD13-1447830A2DB6}" destId="{D39352B2-EA2B-4D8A-A28B-C7960E47723E}" srcOrd="1" destOrd="0" presId="urn:microsoft.com/office/officeart/2005/8/layout/p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18A69C8-8FE8-40FE-9C1C-5DA170572DA7}" type="doc">
      <dgm:prSet loTypeId="urn:microsoft.com/office/officeart/2005/8/layout/pList1" loCatId="list" qsTypeId="urn:microsoft.com/office/officeart/2005/8/quickstyle/simple1" qsCatId="simple" csTypeId="urn:microsoft.com/office/officeart/2005/8/colors/accent1_2" csCatId="accent1" phldr="1"/>
      <dgm:spPr/>
      <dgm:t>
        <a:bodyPr/>
        <a:lstStyle/>
        <a:p>
          <a:endParaRPr lang="fr-FR"/>
        </a:p>
      </dgm:t>
    </dgm:pt>
    <dgm:pt modelId="{323119BE-91E5-4B9E-B7B5-C7B743E164C5}">
      <dgm:prSet phldrT="[Texte]"/>
      <dgm:spPr/>
      <dgm:t>
        <a:bodyPr/>
        <a:lstStyle/>
        <a:p>
          <a:r>
            <a:rPr lang="fr-FR" dirty="0">
              <a:solidFill>
                <a:srgbClr val="00B0F0"/>
              </a:solidFill>
            </a:rPr>
            <a:t>Discipline:</a:t>
          </a:r>
          <a:r>
            <a:rPr lang="en-US" dirty="0" err="1"/>
            <a:t>maintien</a:t>
          </a:r>
          <a:r>
            <a:rPr lang="en-US" dirty="0"/>
            <a:t> un </a:t>
          </a:r>
          <a:r>
            <a:rPr lang="en-US" dirty="0" err="1"/>
            <a:t>niveau</a:t>
          </a:r>
          <a:r>
            <a:rPr lang="en-US" dirty="0"/>
            <a:t> </a:t>
          </a:r>
          <a:r>
            <a:rPr lang="en-US" dirty="0" err="1"/>
            <a:t>élevé</a:t>
          </a:r>
          <a:r>
            <a:rPr lang="en-US" dirty="0"/>
            <a:t> de </a:t>
          </a:r>
          <a:r>
            <a:rPr lang="en-US" dirty="0" err="1"/>
            <a:t>professionnalisme</a:t>
          </a:r>
          <a:endParaRPr lang="fr-FR" dirty="0">
            <a:solidFill>
              <a:srgbClr val="00B0F0"/>
            </a:solidFill>
          </a:endParaRPr>
        </a:p>
      </dgm:t>
    </dgm:pt>
    <dgm:pt modelId="{504A8AA8-2FB0-424B-9338-5A005423D9CC}" type="parTrans" cxnId="{F675940C-DB13-401E-A305-1C905BB755B5}">
      <dgm:prSet/>
      <dgm:spPr/>
      <dgm:t>
        <a:bodyPr/>
        <a:lstStyle/>
        <a:p>
          <a:endParaRPr lang="fr-FR"/>
        </a:p>
      </dgm:t>
    </dgm:pt>
    <dgm:pt modelId="{CCBFFDE2-6635-4E25-B3B1-EFFA17A40C07}" type="sibTrans" cxnId="{F675940C-DB13-401E-A305-1C905BB755B5}">
      <dgm:prSet/>
      <dgm:spPr/>
      <dgm:t>
        <a:bodyPr/>
        <a:lstStyle/>
        <a:p>
          <a:endParaRPr lang="fr-FR"/>
        </a:p>
      </dgm:t>
    </dgm:pt>
    <dgm:pt modelId="{7C1422CA-2382-4E10-991E-A2A3219CABA6}">
      <dgm:prSet phldrT="[Texte]"/>
      <dgm:spPr/>
      <dgm:t>
        <a:bodyPr/>
        <a:lstStyle/>
        <a:p>
          <a:r>
            <a:rPr lang="fr-FR" dirty="0">
              <a:solidFill>
                <a:srgbClr val="00B0F0"/>
              </a:solidFill>
            </a:rPr>
            <a:t>Innovation</a:t>
          </a:r>
        </a:p>
      </dgm:t>
    </dgm:pt>
    <dgm:pt modelId="{1EB264AC-5424-4B48-8FE2-5AA49DFCB10E}" type="parTrans" cxnId="{6DAF19EB-212F-4A8F-B1B7-6F100F376364}">
      <dgm:prSet/>
      <dgm:spPr/>
      <dgm:t>
        <a:bodyPr/>
        <a:lstStyle/>
        <a:p>
          <a:endParaRPr lang="fr-FR"/>
        </a:p>
      </dgm:t>
    </dgm:pt>
    <dgm:pt modelId="{4043DB9F-7941-4B0D-BA6E-7A9B34F3E477}" type="sibTrans" cxnId="{6DAF19EB-212F-4A8F-B1B7-6F100F376364}">
      <dgm:prSet/>
      <dgm:spPr/>
      <dgm:t>
        <a:bodyPr/>
        <a:lstStyle/>
        <a:p>
          <a:endParaRPr lang="fr-FR"/>
        </a:p>
      </dgm:t>
    </dgm:pt>
    <dgm:pt modelId="{6670EFE2-9124-4DC8-B261-90249E5DCF77}">
      <dgm:prSet phldrT="[Texte]"/>
      <dgm:spPr/>
      <dgm:t>
        <a:bodyPr/>
        <a:lstStyle/>
        <a:p>
          <a:r>
            <a:rPr lang="en-US" dirty="0"/>
            <a:t>Les </a:t>
          </a:r>
          <a:r>
            <a:rPr lang="en-US" dirty="0" err="1"/>
            <a:t>personnes</a:t>
          </a:r>
          <a:r>
            <a:rPr lang="en-US" dirty="0"/>
            <a:t> </a:t>
          </a:r>
          <a:r>
            <a:rPr lang="en-US" dirty="0" err="1"/>
            <a:t>travaillant</a:t>
          </a:r>
          <a:r>
            <a:rPr lang="en-US" dirty="0"/>
            <a:t> chez </a:t>
          </a:r>
          <a:r>
            <a:rPr lang="en-US" dirty="0" err="1"/>
            <a:t>Vatel</a:t>
          </a:r>
          <a:r>
            <a:rPr lang="en-US" dirty="0"/>
            <a:t> se </a:t>
          </a:r>
          <a:r>
            <a:rPr lang="en-US" dirty="0" err="1"/>
            <a:t>considèrent</a:t>
          </a:r>
          <a:r>
            <a:rPr lang="en-US" dirty="0"/>
            <a:t> </a:t>
          </a:r>
          <a:r>
            <a:rPr lang="en-US" dirty="0" err="1"/>
            <a:t>comme</a:t>
          </a:r>
          <a:r>
            <a:rPr lang="en-US" dirty="0"/>
            <a:t> </a:t>
          </a:r>
          <a:r>
            <a:rPr lang="en-US" dirty="0" err="1"/>
            <a:t>une</a:t>
          </a:r>
          <a:r>
            <a:rPr lang="en-US" dirty="0"/>
            <a:t> </a:t>
          </a:r>
          <a:r>
            <a:rPr lang="en-US" dirty="0" err="1"/>
            <a:t>famille</a:t>
          </a:r>
          <a:endParaRPr lang="fr-FR" dirty="0">
            <a:solidFill>
              <a:srgbClr val="00B0F0"/>
            </a:solidFill>
          </a:endParaRPr>
        </a:p>
      </dgm:t>
    </dgm:pt>
    <dgm:pt modelId="{907E435A-940F-4506-B95A-A7FF2E3AD037}" type="parTrans" cxnId="{F4A79DAF-4CFA-4AD3-A3C7-9EB132D0BE92}">
      <dgm:prSet/>
      <dgm:spPr/>
      <dgm:t>
        <a:bodyPr/>
        <a:lstStyle/>
        <a:p>
          <a:endParaRPr lang="fr-FR"/>
        </a:p>
      </dgm:t>
    </dgm:pt>
    <dgm:pt modelId="{B526EAEA-2516-42C0-8D60-7B54580FB3C8}" type="sibTrans" cxnId="{F4A79DAF-4CFA-4AD3-A3C7-9EB132D0BE92}">
      <dgm:prSet/>
      <dgm:spPr/>
      <dgm:t>
        <a:bodyPr/>
        <a:lstStyle/>
        <a:p>
          <a:endParaRPr lang="fr-FR"/>
        </a:p>
      </dgm:t>
    </dgm:pt>
    <dgm:pt modelId="{05FC5181-1F57-4CD9-A144-F75A77D215AD}" type="pres">
      <dgm:prSet presAssocID="{A18A69C8-8FE8-40FE-9C1C-5DA170572DA7}" presName="Name0" presStyleCnt="0">
        <dgm:presLayoutVars>
          <dgm:dir/>
          <dgm:resizeHandles val="exact"/>
        </dgm:presLayoutVars>
      </dgm:prSet>
      <dgm:spPr/>
    </dgm:pt>
    <dgm:pt modelId="{05A35154-93F6-44D3-AF1D-4AC2286E127B}" type="pres">
      <dgm:prSet presAssocID="{323119BE-91E5-4B9E-B7B5-C7B743E164C5}" presName="compNode" presStyleCnt="0"/>
      <dgm:spPr/>
    </dgm:pt>
    <dgm:pt modelId="{7A5E9EE4-8CC2-492F-973C-B3397FE36133}" type="pres">
      <dgm:prSet presAssocID="{323119BE-91E5-4B9E-B7B5-C7B743E164C5}" presName="pictRect" presStyleLbl="node1" presStyleIdx="0" presStyleCnt="3"/>
      <dgm:spPr/>
    </dgm:pt>
    <dgm:pt modelId="{E70F085E-CDFD-4924-8EDD-BA7D769128A9}" type="pres">
      <dgm:prSet presAssocID="{323119BE-91E5-4B9E-B7B5-C7B743E164C5}" presName="textRect" presStyleLbl="revTx" presStyleIdx="0" presStyleCnt="3">
        <dgm:presLayoutVars>
          <dgm:bulletEnabled val="1"/>
        </dgm:presLayoutVars>
      </dgm:prSet>
      <dgm:spPr/>
    </dgm:pt>
    <dgm:pt modelId="{0320C97D-C9F3-49A9-BB00-A441E32454FE}" type="pres">
      <dgm:prSet presAssocID="{CCBFFDE2-6635-4E25-B3B1-EFFA17A40C07}" presName="sibTrans" presStyleLbl="sibTrans2D1" presStyleIdx="0" presStyleCnt="0"/>
      <dgm:spPr/>
    </dgm:pt>
    <dgm:pt modelId="{1286317A-7AEA-4464-BEEA-A281061DDE70}" type="pres">
      <dgm:prSet presAssocID="{7C1422CA-2382-4E10-991E-A2A3219CABA6}" presName="compNode" presStyleCnt="0"/>
      <dgm:spPr/>
    </dgm:pt>
    <dgm:pt modelId="{48437BE0-2CD3-4288-A2BE-83ADBFA74353}" type="pres">
      <dgm:prSet presAssocID="{7C1422CA-2382-4E10-991E-A2A3219CABA6}" presName="pictRect" presStyleLbl="node1" presStyleIdx="1" presStyleCnt="3"/>
      <dgm:spPr/>
    </dgm:pt>
    <dgm:pt modelId="{FD97F9E4-2A20-44AA-9A8E-AD43EA4E981A}" type="pres">
      <dgm:prSet presAssocID="{7C1422CA-2382-4E10-991E-A2A3219CABA6}" presName="textRect" presStyleLbl="revTx" presStyleIdx="1" presStyleCnt="3">
        <dgm:presLayoutVars>
          <dgm:bulletEnabled val="1"/>
        </dgm:presLayoutVars>
      </dgm:prSet>
      <dgm:spPr/>
    </dgm:pt>
    <dgm:pt modelId="{3572A29C-57EC-44B7-A5A7-F2815E6C2482}" type="pres">
      <dgm:prSet presAssocID="{4043DB9F-7941-4B0D-BA6E-7A9B34F3E477}" presName="sibTrans" presStyleLbl="sibTrans2D1" presStyleIdx="0" presStyleCnt="0"/>
      <dgm:spPr/>
    </dgm:pt>
    <dgm:pt modelId="{66F15164-36C0-45DD-AD13-1447830A2DB6}" type="pres">
      <dgm:prSet presAssocID="{6670EFE2-9124-4DC8-B261-90249E5DCF77}" presName="compNode" presStyleCnt="0"/>
      <dgm:spPr/>
    </dgm:pt>
    <dgm:pt modelId="{9DF02A77-C0BC-47CE-A2F5-F8DA178C6E62}" type="pres">
      <dgm:prSet presAssocID="{6670EFE2-9124-4DC8-B261-90249E5DCF77}" presName="pictRect" presStyleLbl="node1" presStyleIdx="2" presStyleCnt="3"/>
      <dgm:spPr/>
    </dgm:pt>
    <dgm:pt modelId="{D39352B2-EA2B-4D8A-A28B-C7960E47723E}" type="pres">
      <dgm:prSet presAssocID="{6670EFE2-9124-4DC8-B261-90249E5DCF77}" presName="textRect" presStyleLbl="revTx" presStyleIdx="2" presStyleCnt="3">
        <dgm:presLayoutVars>
          <dgm:bulletEnabled val="1"/>
        </dgm:presLayoutVars>
      </dgm:prSet>
      <dgm:spPr/>
    </dgm:pt>
  </dgm:ptLst>
  <dgm:cxnLst>
    <dgm:cxn modelId="{F675940C-DB13-401E-A305-1C905BB755B5}" srcId="{A18A69C8-8FE8-40FE-9C1C-5DA170572DA7}" destId="{323119BE-91E5-4B9E-B7B5-C7B743E164C5}" srcOrd="0" destOrd="0" parTransId="{504A8AA8-2FB0-424B-9338-5A005423D9CC}" sibTransId="{CCBFFDE2-6635-4E25-B3B1-EFFA17A40C07}"/>
    <dgm:cxn modelId="{2A571C3D-3784-4F4A-9F87-33CADF13F8B2}" type="presOf" srcId="{4043DB9F-7941-4B0D-BA6E-7A9B34F3E477}" destId="{3572A29C-57EC-44B7-A5A7-F2815E6C2482}" srcOrd="0" destOrd="0" presId="urn:microsoft.com/office/officeart/2005/8/layout/pList1"/>
    <dgm:cxn modelId="{066F7C82-F8F8-4533-9311-CE9D3FC0D8B1}" type="presOf" srcId="{7C1422CA-2382-4E10-991E-A2A3219CABA6}" destId="{FD97F9E4-2A20-44AA-9A8E-AD43EA4E981A}" srcOrd="0" destOrd="0" presId="urn:microsoft.com/office/officeart/2005/8/layout/pList1"/>
    <dgm:cxn modelId="{FCA6FA8D-EECC-40AF-859A-84B6AFA32003}" type="presOf" srcId="{323119BE-91E5-4B9E-B7B5-C7B743E164C5}" destId="{E70F085E-CDFD-4924-8EDD-BA7D769128A9}" srcOrd="0" destOrd="0" presId="urn:microsoft.com/office/officeart/2005/8/layout/pList1"/>
    <dgm:cxn modelId="{82D716A9-37F9-4F3E-9E83-0A012094F369}" type="presOf" srcId="{A18A69C8-8FE8-40FE-9C1C-5DA170572DA7}" destId="{05FC5181-1F57-4CD9-A144-F75A77D215AD}" srcOrd="0" destOrd="0" presId="urn:microsoft.com/office/officeart/2005/8/layout/pList1"/>
    <dgm:cxn modelId="{F4A79DAF-4CFA-4AD3-A3C7-9EB132D0BE92}" srcId="{A18A69C8-8FE8-40FE-9C1C-5DA170572DA7}" destId="{6670EFE2-9124-4DC8-B261-90249E5DCF77}" srcOrd="2" destOrd="0" parTransId="{907E435A-940F-4506-B95A-A7FF2E3AD037}" sibTransId="{B526EAEA-2516-42C0-8D60-7B54580FB3C8}"/>
    <dgm:cxn modelId="{53D8CABC-1173-4126-99A2-58FF8592B6B3}" type="presOf" srcId="{CCBFFDE2-6635-4E25-B3B1-EFFA17A40C07}" destId="{0320C97D-C9F3-49A9-BB00-A441E32454FE}" srcOrd="0" destOrd="0" presId="urn:microsoft.com/office/officeart/2005/8/layout/pList1"/>
    <dgm:cxn modelId="{D0DA8FC7-D94A-4A09-851B-313D503D6DF7}" type="presOf" srcId="{6670EFE2-9124-4DC8-B261-90249E5DCF77}" destId="{D39352B2-EA2B-4D8A-A28B-C7960E47723E}" srcOrd="0" destOrd="0" presId="urn:microsoft.com/office/officeart/2005/8/layout/pList1"/>
    <dgm:cxn modelId="{6DAF19EB-212F-4A8F-B1B7-6F100F376364}" srcId="{A18A69C8-8FE8-40FE-9C1C-5DA170572DA7}" destId="{7C1422CA-2382-4E10-991E-A2A3219CABA6}" srcOrd="1" destOrd="0" parTransId="{1EB264AC-5424-4B48-8FE2-5AA49DFCB10E}" sibTransId="{4043DB9F-7941-4B0D-BA6E-7A9B34F3E477}"/>
    <dgm:cxn modelId="{2FB31225-C9CE-493B-A650-9F31697D19F8}" type="presParOf" srcId="{05FC5181-1F57-4CD9-A144-F75A77D215AD}" destId="{05A35154-93F6-44D3-AF1D-4AC2286E127B}" srcOrd="0" destOrd="0" presId="urn:microsoft.com/office/officeart/2005/8/layout/pList1"/>
    <dgm:cxn modelId="{568A0630-99BB-4EB9-8FAB-FC0286DF1C1F}" type="presParOf" srcId="{05A35154-93F6-44D3-AF1D-4AC2286E127B}" destId="{7A5E9EE4-8CC2-492F-973C-B3397FE36133}" srcOrd="0" destOrd="0" presId="urn:microsoft.com/office/officeart/2005/8/layout/pList1"/>
    <dgm:cxn modelId="{325A7932-6031-4114-81F3-922CDF55D59B}" type="presParOf" srcId="{05A35154-93F6-44D3-AF1D-4AC2286E127B}" destId="{E70F085E-CDFD-4924-8EDD-BA7D769128A9}" srcOrd="1" destOrd="0" presId="urn:microsoft.com/office/officeart/2005/8/layout/pList1"/>
    <dgm:cxn modelId="{966FFB5B-FF50-4C33-8EF3-365DE6CD648C}" type="presParOf" srcId="{05FC5181-1F57-4CD9-A144-F75A77D215AD}" destId="{0320C97D-C9F3-49A9-BB00-A441E32454FE}" srcOrd="1" destOrd="0" presId="urn:microsoft.com/office/officeart/2005/8/layout/pList1"/>
    <dgm:cxn modelId="{1EBBCC7B-E41E-4744-B54D-FDF9DB6C00D2}" type="presParOf" srcId="{05FC5181-1F57-4CD9-A144-F75A77D215AD}" destId="{1286317A-7AEA-4464-BEEA-A281061DDE70}" srcOrd="2" destOrd="0" presId="urn:microsoft.com/office/officeart/2005/8/layout/pList1"/>
    <dgm:cxn modelId="{13242C01-0EDF-499B-894B-EBAA9E11C1BD}" type="presParOf" srcId="{1286317A-7AEA-4464-BEEA-A281061DDE70}" destId="{48437BE0-2CD3-4288-A2BE-83ADBFA74353}" srcOrd="0" destOrd="0" presId="urn:microsoft.com/office/officeart/2005/8/layout/pList1"/>
    <dgm:cxn modelId="{53476F2B-33B9-41E8-8CAC-0CEEB87F5CD9}" type="presParOf" srcId="{1286317A-7AEA-4464-BEEA-A281061DDE70}" destId="{FD97F9E4-2A20-44AA-9A8E-AD43EA4E981A}" srcOrd="1" destOrd="0" presId="urn:microsoft.com/office/officeart/2005/8/layout/pList1"/>
    <dgm:cxn modelId="{5929F89B-D9A4-4A62-A297-EF4C1313F0FF}" type="presParOf" srcId="{05FC5181-1F57-4CD9-A144-F75A77D215AD}" destId="{3572A29C-57EC-44B7-A5A7-F2815E6C2482}" srcOrd="3" destOrd="0" presId="urn:microsoft.com/office/officeart/2005/8/layout/pList1"/>
    <dgm:cxn modelId="{B3206A9A-E822-41F1-BABD-7EFD7D018248}" type="presParOf" srcId="{05FC5181-1F57-4CD9-A144-F75A77D215AD}" destId="{66F15164-36C0-45DD-AD13-1447830A2DB6}" srcOrd="4" destOrd="0" presId="urn:microsoft.com/office/officeart/2005/8/layout/pList1"/>
    <dgm:cxn modelId="{A724AE24-07B8-4483-B235-5ADC91B98764}" type="presParOf" srcId="{66F15164-36C0-45DD-AD13-1447830A2DB6}" destId="{9DF02A77-C0BC-47CE-A2F5-F8DA178C6E62}" srcOrd="0" destOrd="0" presId="urn:microsoft.com/office/officeart/2005/8/layout/pList1"/>
    <dgm:cxn modelId="{B1BB9CFB-F609-47D5-B611-D850785B88D1}" type="presParOf" srcId="{66F15164-36C0-45DD-AD13-1447830A2DB6}" destId="{D39352B2-EA2B-4D8A-A28B-C7960E47723E}" srcOrd="1" destOrd="0" presId="urn:microsoft.com/office/officeart/2005/8/layout/p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14231FD-3D1D-462A-A0A4-83D899DBC372}" type="doc">
      <dgm:prSet loTypeId="urn:microsoft.com/office/officeart/2005/8/layout/default" loCatId="list" qsTypeId="urn:microsoft.com/office/officeart/2005/8/quickstyle/simple4" qsCatId="simple" csTypeId="urn:microsoft.com/office/officeart/2005/8/colors/colorful3" csCatId="colorful" phldr="1"/>
      <dgm:spPr/>
      <dgm:t>
        <a:bodyPr/>
        <a:lstStyle/>
        <a:p>
          <a:endParaRPr lang="fr-FR"/>
        </a:p>
      </dgm:t>
    </dgm:pt>
    <dgm:pt modelId="{FDE75017-1BF3-457E-83EA-558AE36F203D}">
      <dgm:prSet phldrT="[Texte]"/>
      <dgm:spPr/>
      <dgm:t>
        <a:bodyPr/>
        <a:lstStyle/>
        <a:p>
          <a:r>
            <a:rPr lang="en-US" dirty="0"/>
            <a:t>Le manager </a:t>
          </a:r>
          <a:r>
            <a:rPr lang="en-US" dirty="0" err="1"/>
            <a:t>montre</a:t>
          </a:r>
          <a:r>
            <a:rPr lang="en-US" dirty="0"/>
            <a:t> </a:t>
          </a:r>
          <a:r>
            <a:rPr lang="en-US" dirty="0" err="1"/>
            <a:t>l'exemple</a:t>
          </a:r>
          <a:endParaRPr lang="fr-FR" dirty="0"/>
        </a:p>
      </dgm:t>
    </dgm:pt>
    <dgm:pt modelId="{A6A783A2-0C7B-426D-8313-38E20BCF33D0}" type="parTrans" cxnId="{8FFF3472-B765-4B24-95A5-0E7CD5B38869}">
      <dgm:prSet/>
      <dgm:spPr/>
      <dgm:t>
        <a:bodyPr/>
        <a:lstStyle/>
        <a:p>
          <a:endParaRPr lang="fr-FR"/>
        </a:p>
      </dgm:t>
    </dgm:pt>
    <dgm:pt modelId="{AC183E72-8E2D-4BAB-B178-B2CEAE46A855}" type="sibTrans" cxnId="{8FFF3472-B765-4B24-95A5-0E7CD5B38869}">
      <dgm:prSet/>
      <dgm:spPr/>
      <dgm:t>
        <a:bodyPr/>
        <a:lstStyle/>
        <a:p>
          <a:endParaRPr lang="fr-FR"/>
        </a:p>
      </dgm:t>
    </dgm:pt>
    <dgm:pt modelId="{A0AFC10B-98F2-40CB-B315-A3B93620618B}">
      <dgm:prSet phldrT="[Texte]"/>
      <dgm:spPr/>
      <dgm:t>
        <a:bodyPr/>
        <a:lstStyle/>
        <a:p>
          <a:r>
            <a:rPr lang="en-US" dirty="0"/>
            <a:t>Il se met </a:t>
          </a:r>
          <a:r>
            <a:rPr lang="en-US" dirty="0" err="1"/>
            <a:t>en</a:t>
          </a:r>
          <a:r>
            <a:rPr lang="en-US" dirty="0"/>
            <a:t> </a:t>
          </a:r>
          <a:r>
            <a:rPr lang="en-US" dirty="0" err="1"/>
            <a:t>tâche</a:t>
          </a:r>
          <a:r>
            <a:rPr lang="en-US" dirty="0"/>
            <a:t> avec les </a:t>
          </a:r>
          <a:r>
            <a:rPr lang="en-US" dirty="0" err="1"/>
            <a:t>étudiants</a:t>
          </a:r>
          <a:r>
            <a:rPr lang="en-US" dirty="0"/>
            <a:t> qui </a:t>
          </a:r>
          <a:r>
            <a:rPr lang="en-US" dirty="0" err="1"/>
            <a:t>travaillent</a:t>
          </a:r>
          <a:endParaRPr lang="fr-FR" dirty="0"/>
        </a:p>
      </dgm:t>
    </dgm:pt>
    <dgm:pt modelId="{46EE68E2-F78C-4FC2-B4E1-961B32F3E7A9}" type="parTrans" cxnId="{17102BA0-370B-4F00-AE09-57992FF577AA}">
      <dgm:prSet/>
      <dgm:spPr/>
      <dgm:t>
        <a:bodyPr/>
        <a:lstStyle/>
        <a:p>
          <a:endParaRPr lang="fr-FR"/>
        </a:p>
      </dgm:t>
    </dgm:pt>
    <dgm:pt modelId="{BFDCF51F-84A9-47DD-BAE4-AC157094DDF2}" type="sibTrans" cxnId="{17102BA0-370B-4F00-AE09-57992FF577AA}">
      <dgm:prSet/>
      <dgm:spPr/>
      <dgm:t>
        <a:bodyPr/>
        <a:lstStyle/>
        <a:p>
          <a:endParaRPr lang="fr-FR"/>
        </a:p>
      </dgm:t>
    </dgm:pt>
    <dgm:pt modelId="{3A05DD67-51BA-4F75-B7A3-373F45A8DB55}">
      <dgm:prSet phldrT="[Texte]"/>
      <dgm:spPr/>
      <dgm:t>
        <a:bodyPr/>
        <a:lstStyle/>
        <a:p>
          <a:r>
            <a:rPr lang="en-US" dirty="0" err="1"/>
            <a:t>Ils</a:t>
          </a:r>
          <a:r>
            <a:rPr lang="en-US" dirty="0"/>
            <a:t> </a:t>
          </a:r>
          <a:r>
            <a:rPr lang="en-US" dirty="0" err="1"/>
            <a:t>écoutent</a:t>
          </a:r>
          <a:r>
            <a:rPr lang="en-US" dirty="0"/>
            <a:t> </a:t>
          </a:r>
          <a:r>
            <a:rPr lang="en-US" dirty="0" err="1"/>
            <a:t>leurs</a:t>
          </a:r>
          <a:r>
            <a:rPr lang="en-US" dirty="0"/>
            <a:t> suggestions </a:t>
          </a:r>
          <a:endParaRPr lang="fr-FR" dirty="0"/>
        </a:p>
      </dgm:t>
    </dgm:pt>
    <dgm:pt modelId="{0A6D55C8-BF3A-4554-82CD-9B87BBD030A1}" type="parTrans" cxnId="{35BC61C3-5244-4247-A94C-FEF3D80CD047}">
      <dgm:prSet/>
      <dgm:spPr/>
      <dgm:t>
        <a:bodyPr/>
        <a:lstStyle/>
        <a:p>
          <a:endParaRPr lang="fr-FR"/>
        </a:p>
      </dgm:t>
    </dgm:pt>
    <dgm:pt modelId="{765DBED4-1B1B-4618-AFD8-07A63A97B226}" type="sibTrans" cxnId="{35BC61C3-5244-4247-A94C-FEF3D80CD047}">
      <dgm:prSet/>
      <dgm:spPr/>
      <dgm:t>
        <a:bodyPr/>
        <a:lstStyle/>
        <a:p>
          <a:endParaRPr lang="fr-FR"/>
        </a:p>
      </dgm:t>
    </dgm:pt>
    <dgm:pt modelId="{69ED1762-3A22-4B9B-858F-5A646093AF57}" type="pres">
      <dgm:prSet presAssocID="{414231FD-3D1D-462A-A0A4-83D899DBC372}" presName="diagram" presStyleCnt="0">
        <dgm:presLayoutVars>
          <dgm:dir/>
          <dgm:resizeHandles val="exact"/>
        </dgm:presLayoutVars>
      </dgm:prSet>
      <dgm:spPr/>
    </dgm:pt>
    <dgm:pt modelId="{DAF943C6-8344-45F4-9094-C60B0753A68D}" type="pres">
      <dgm:prSet presAssocID="{FDE75017-1BF3-457E-83EA-558AE36F203D}" presName="node" presStyleLbl="node1" presStyleIdx="0" presStyleCnt="3">
        <dgm:presLayoutVars>
          <dgm:bulletEnabled val="1"/>
        </dgm:presLayoutVars>
      </dgm:prSet>
      <dgm:spPr/>
    </dgm:pt>
    <dgm:pt modelId="{6AC09252-4BAE-415E-9E82-5BEB0697B214}" type="pres">
      <dgm:prSet presAssocID="{AC183E72-8E2D-4BAB-B178-B2CEAE46A855}" presName="sibTrans" presStyleCnt="0"/>
      <dgm:spPr/>
    </dgm:pt>
    <dgm:pt modelId="{9E128BAA-0084-4902-804E-406693F5CD96}" type="pres">
      <dgm:prSet presAssocID="{A0AFC10B-98F2-40CB-B315-A3B93620618B}" presName="node" presStyleLbl="node1" presStyleIdx="1" presStyleCnt="3">
        <dgm:presLayoutVars>
          <dgm:bulletEnabled val="1"/>
        </dgm:presLayoutVars>
      </dgm:prSet>
      <dgm:spPr/>
    </dgm:pt>
    <dgm:pt modelId="{5BAB8E8F-434E-4BD6-A247-0BF30E10AD5B}" type="pres">
      <dgm:prSet presAssocID="{BFDCF51F-84A9-47DD-BAE4-AC157094DDF2}" presName="sibTrans" presStyleCnt="0"/>
      <dgm:spPr/>
    </dgm:pt>
    <dgm:pt modelId="{F5F60406-C2AE-4B30-AF80-4A9827598AF9}" type="pres">
      <dgm:prSet presAssocID="{3A05DD67-51BA-4F75-B7A3-373F45A8DB55}" presName="node" presStyleLbl="node1" presStyleIdx="2" presStyleCnt="3">
        <dgm:presLayoutVars>
          <dgm:bulletEnabled val="1"/>
        </dgm:presLayoutVars>
      </dgm:prSet>
      <dgm:spPr/>
    </dgm:pt>
  </dgm:ptLst>
  <dgm:cxnLst>
    <dgm:cxn modelId="{8FAA6324-ED28-4A10-B981-E65963EDC3B8}" type="presOf" srcId="{A0AFC10B-98F2-40CB-B315-A3B93620618B}" destId="{9E128BAA-0084-4902-804E-406693F5CD96}" srcOrd="0" destOrd="0" presId="urn:microsoft.com/office/officeart/2005/8/layout/default"/>
    <dgm:cxn modelId="{21DD6F36-FE86-476D-8E9C-F5F719E8A820}" type="presOf" srcId="{FDE75017-1BF3-457E-83EA-558AE36F203D}" destId="{DAF943C6-8344-45F4-9094-C60B0753A68D}" srcOrd="0" destOrd="0" presId="urn:microsoft.com/office/officeart/2005/8/layout/default"/>
    <dgm:cxn modelId="{EECB464E-1FED-4273-95CB-0C3C7D82706B}" type="presOf" srcId="{414231FD-3D1D-462A-A0A4-83D899DBC372}" destId="{69ED1762-3A22-4B9B-858F-5A646093AF57}" srcOrd="0" destOrd="0" presId="urn:microsoft.com/office/officeart/2005/8/layout/default"/>
    <dgm:cxn modelId="{8FFF3472-B765-4B24-95A5-0E7CD5B38869}" srcId="{414231FD-3D1D-462A-A0A4-83D899DBC372}" destId="{FDE75017-1BF3-457E-83EA-558AE36F203D}" srcOrd="0" destOrd="0" parTransId="{A6A783A2-0C7B-426D-8313-38E20BCF33D0}" sibTransId="{AC183E72-8E2D-4BAB-B178-B2CEAE46A855}"/>
    <dgm:cxn modelId="{17102BA0-370B-4F00-AE09-57992FF577AA}" srcId="{414231FD-3D1D-462A-A0A4-83D899DBC372}" destId="{A0AFC10B-98F2-40CB-B315-A3B93620618B}" srcOrd="1" destOrd="0" parTransId="{46EE68E2-F78C-4FC2-B4E1-961B32F3E7A9}" sibTransId="{BFDCF51F-84A9-47DD-BAE4-AC157094DDF2}"/>
    <dgm:cxn modelId="{94ABB6BC-FD76-48BF-94C7-C2212D84B888}" type="presOf" srcId="{3A05DD67-51BA-4F75-B7A3-373F45A8DB55}" destId="{F5F60406-C2AE-4B30-AF80-4A9827598AF9}" srcOrd="0" destOrd="0" presId="urn:microsoft.com/office/officeart/2005/8/layout/default"/>
    <dgm:cxn modelId="{35BC61C3-5244-4247-A94C-FEF3D80CD047}" srcId="{414231FD-3D1D-462A-A0A4-83D899DBC372}" destId="{3A05DD67-51BA-4F75-B7A3-373F45A8DB55}" srcOrd="2" destOrd="0" parTransId="{0A6D55C8-BF3A-4554-82CD-9B87BBD030A1}" sibTransId="{765DBED4-1B1B-4618-AFD8-07A63A97B226}"/>
    <dgm:cxn modelId="{954F6135-DFA0-4727-B5FE-832AC33E6789}" type="presParOf" srcId="{69ED1762-3A22-4B9B-858F-5A646093AF57}" destId="{DAF943C6-8344-45F4-9094-C60B0753A68D}" srcOrd="0" destOrd="0" presId="urn:microsoft.com/office/officeart/2005/8/layout/default"/>
    <dgm:cxn modelId="{4EE0027B-8FFA-4479-8E1A-D141D2B89C3C}" type="presParOf" srcId="{69ED1762-3A22-4B9B-858F-5A646093AF57}" destId="{6AC09252-4BAE-415E-9E82-5BEB0697B214}" srcOrd="1" destOrd="0" presId="urn:microsoft.com/office/officeart/2005/8/layout/default"/>
    <dgm:cxn modelId="{DAEADA82-47B0-40E6-8881-7E2771529AAF}" type="presParOf" srcId="{69ED1762-3A22-4B9B-858F-5A646093AF57}" destId="{9E128BAA-0084-4902-804E-406693F5CD96}" srcOrd="2" destOrd="0" presId="urn:microsoft.com/office/officeart/2005/8/layout/default"/>
    <dgm:cxn modelId="{8F25BDA3-ADA5-4B80-85C7-B61E9A703329}" type="presParOf" srcId="{69ED1762-3A22-4B9B-858F-5A646093AF57}" destId="{5BAB8E8F-434E-4BD6-A247-0BF30E10AD5B}" srcOrd="3" destOrd="0" presId="urn:microsoft.com/office/officeart/2005/8/layout/default"/>
    <dgm:cxn modelId="{27861A39-8981-4D42-9D4F-B9E8144D2977}" type="presParOf" srcId="{69ED1762-3A22-4B9B-858F-5A646093AF57}" destId="{F5F60406-C2AE-4B30-AF80-4A9827598AF9}" srcOrd="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090E119-7F18-41FC-A104-5730BC2A2877}" type="doc">
      <dgm:prSet loTypeId="urn:microsoft.com/office/officeart/2005/8/layout/hList1" loCatId="list" qsTypeId="urn:microsoft.com/office/officeart/2005/8/quickstyle/simple5" qsCatId="simple" csTypeId="urn:microsoft.com/office/officeart/2005/8/colors/colorful3" csCatId="colorful" phldr="1"/>
      <dgm:spPr/>
      <dgm:t>
        <a:bodyPr/>
        <a:lstStyle/>
        <a:p>
          <a:endParaRPr lang="fr-FR"/>
        </a:p>
      </dgm:t>
    </dgm:pt>
    <dgm:pt modelId="{3A212842-E418-401F-975A-4CB401FF1C24}">
      <dgm:prSet phldrT="[Texte]"/>
      <dgm:spPr/>
      <dgm:t>
        <a:bodyPr/>
        <a:lstStyle/>
        <a:p>
          <a:r>
            <a:rPr lang="fr-FR" dirty="0"/>
            <a:t>Impacts du Servant Leadership</a:t>
          </a:r>
        </a:p>
      </dgm:t>
    </dgm:pt>
    <dgm:pt modelId="{37C9AFE5-9C9A-4810-9990-A19408D75FDC}" type="parTrans" cxnId="{37173937-7EF0-437C-846D-4B21F5465E97}">
      <dgm:prSet/>
      <dgm:spPr/>
      <dgm:t>
        <a:bodyPr/>
        <a:lstStyle/>
        <a:p>
          <a:endParaRPr lang="fr-FR"/>
        </a:p>
      </dgm:t>
    </dgm:pt>
    <dgm:pt modelId="{DF16E27C-0CDF-4DFB-B0DB-D3D4FDCA6B0E}" type="sibTrans" cxnId="{37173937-7EF0-437C-846D-4B21F5465E97}">
      <dgm:prSet/>
      <dgm:spPr/>
      <dgm:t>
        <a:bodyPr/>
        <a:lstStyle/>
        <a:p>
          <a:endParaRPr lang="fr-FR"/>
        </a:p>
      </dgm:t>
    </dgm:pt>
    <dgm:pt modelId="{8CAB03B6-F438-4663-9442-4877862E2A63}">
      <dgm:prSet phldrT="[Texte]"/>
      <dgm:spPr/>
      <dgm:t>
        <a:bodyPr/>
        <a:lstStyle/>
        <a:p>
          <a:r>
            <a:rPr lang="en-US" dirty="0"/>
            <a:t>Motivation</a:t>
          </a:r>
          <a:endParaRPr lang="fr-FR" dirty="0"/>
        </a:p>
      </dgm:t>
    </dgm:pt>
    <dgm:pt modelId="{C8B9F787-83DE-463A-8FAA-FC1529A3CCBA}" type="parTrans" cxnId="{7F7F3385-2F9A-4C3C-B97A-D8CB88AFF991}">
      <dgm:prSet/>
      <dgm:spPr/>
      <dgm:t>
        <a:bodyPr/>
        <a:lstStyle/>
        <a:p>
          <a:endParaRPr lang="fr-FR"/>
        </a:p>
      </dgm:t>
    </dgm:pt>
    <dgm:pt modelId="{F01050CC-220E-459C-9AAF-91326FC118C4}" type="sibTrans" cxnId="{7F7F3385-2F9A-4C3C-B97A-D8CB88AFF991}">
      <dgm:prSet/>
      <dgm:spPr/>
      <dgm:t>
        <a:bodyPr/>
        <a:lstStyle/>
        <a:p>
          <a:endParaRPr lang="fr-FR"/>
        </a:p>
      </dgm:t>
    </dgm:pt>
    <dgm:pt modelId="{964B6722-8C86-4432-9BBA-7158186155B3}">
      <dgm:prSet phldrT="[Texte]" phldr="1"/>
      <dgm:spPr/>
      <dgm:t>
        <a:bodyPr/>
        <a:lstStyle/>
        <a:p>
          <a:endParaRPr lang="fr-FR"/>
        </a:p>
      </dgm:t>
    </dgm:pt>
    <dgm:pt modelId="{9E02C76B-B526-4C96-A361-11CA2E475E26}" type="parTrans" cxnId="{F2D2C2C3-82C2-430A-BB94-6285A6121F93}">
      <dgm:prSet/>
      <dgm:spPr/>
      <dgm:t>
        <a:bodyPr/>
        <a:lstStyle/>
        <a:p>
          <a:endParaRPr lang="fr-FR"/>
        </a:p>
      </dgm:t>
    </dgm:pt>
    <dgm:pt modelId="{19B0A5A4-B833-49CB-BC86-86839FD9E025}" type="sibTrans" cxnId="{F2D2C2C3-82C2-430A-BB94-6285A6121F93}">
      <dgm:prSet/>
      <dgm:spPr/>
      <dgm:t>
        <a:bodyPr/>
        <a:lstStyle/>
        <a:p>
          <a:endParaRPr lang="fr-FR"/>
        </a:p>
      </dgm:t>
    </dgm:pt>
    <dgm:pt modelId="{830CC3A8-8C06-4523-9C96-7909898F6E6E}">
      <dgm:prSet phldrT="[Texte]"/>
      <dgm:spPr/>
      <dgm:t>
        <a:bodyPr/>
        <a:lstStyle/>
        <a:p>
          <a:r>
            <a:rPr lang="fr-FR" dirty="0"/>
            <a:t>Impacts du Leadership Transformationnelle</a:t>
          </a:r>
        </a:p>
      </dgm:t>
    </dgm:pt>
    <dgm:pt modelId="{0A0E69B0-20D1-488B-B0DE-77AD601DFDC5}" type="parTrans" cxnId="{2CE6691E-7134-415B-80EB-292A9921DD24}">
      <dgm:prSet/>
      <dgm:spPr/>
      <dgm:t>
        <a:bodyPr/>
        <a:lstStyle/>
        <a:p>
          <a:endParaRPr lang="fr-FR"/>
        </a:p>
      </dgm:t>
    </dgm:pt>
    <dgm:pt modelId="{05972FF4-02CB-454B-BDA4-61A98B5D0557}" type="sibTrans" cxnId="{2CE6691E-7134-415B-80EB-292A9921DD24}">
      <dgm:prSet/>
      <dgm:spPr/>
      <dgm:t>
        <a:bodyPr/>
        <a:lstStyle/>
        <a:p>
          <a:endParaRPr lang="fr-FR"/>
        </a:p>
      </dgm:t>
    </dgm:pt>
    <dgm:pt modelId="{12A2D803-C239-4CA4-A7A5-8427D0C54342}">
      <dgm:prSet phldrT="[Texte]"/>
      <dgm:spPr/>
      <dgm:t>
        <a:bodyPr/>
        <a:lstStyle/>
        <a:p>
          <a:r>
            <a:rPr lang="fr-FR" dirty="0"/>
            <a:t>Remettre en question les manières de faire</a:t>
          </a:r>
        </a:p>
      </dgm:t>
    </dgm:pt>
    <dgm:pt modelId="{DF2CFA4E-C37E-45AE-8FB0-F6F6E246B70C}" type="parTrans" cxnId="{AE3E7B50-27CA-4BDB-A9E6-085EC1543DD3}">
      <dgm:prSet/>
      <dgm:spPr/>
      <dgm:t>
        <a:bodyPr/>
        <a:lstStyle/>
        <a:p>
          <a:endParaRPr lang="fr-FR"/>
        </a:p>
      </dgm:t>
    </dgm:pt>
    <dgm:pt modelId="{A68F3BA5-2949-410C-876B-E1C90C0D3AF7}" type="sibTrans" cxnId="{AE3E7B50-27CA-4BDB-A9E6-085EC1543DD3}">
      <dgm:prSet/>
      <dgm:spPr/>
      <dgm:t>
        <a:bodyPr/>
        <a:lstStyle/>
        <a:p>
          <a:endParaRPr lang="fr-FR"/>
        </a:p>
      </dgm:t>
    </dgm:pt>
    <dgm:pt modelId="{F0581D2E-E76D-43C7-B7BE-DA65A0230B79}">
      <dgm:prSet/>
      <dgm:spPr/>
      <dgm:t>
        <a:bodyPr/>
        <a:lstStyle/>
        <a:p>
          <a:r>
            <a:rPr lang="en-US" dirty="0"/>
            <a:t>Bonne influence aux </a:t>
          </a:r>
          <a:r>
            <a:rPr lang="en-US" dirty="0" err="1"/>
            <a:t>étudiants</a:t>
          </a:r>
          <a:endParaRPr lang="fr-FR" dirty="0"/>
        </a:p>
      </dgm:t>
    </dgm:pt>
    <dgm:pt modelId="{E60259DE-E78C-4B97-8D26-B01CF31BF611}" type="parTrans" cxnId="{DA0F91F4-11BD-4FB6-86BC-0DBF2455E352}">
      <dgm:prSet/>
      <dgm:spPr/>
      <dgm:t>
        <a:bodyPr/>
        <a:lstStyle/>
        <a:p>
          <a:endParaRPr lang="fr-FR"/>
        </a:p>
      </dgm:t>
    </dgm:pt>
    <dgm:pt modelId="{EA4F64AD-F355-4108-8F5A-7790FAC601E5}" type="sibTrans" cxnId="{DA0F91F4-11BD-4FB6-86BC-0DBF2455E352}">
      <dgm:prSet/>
      <dgm:spPr/>
      <dgm:t>
        <a:bodyPr/>
        <a:lstStyle/>
        <a:p>
          <a:endParaRPr lang="fr-FR"/>
        </a:p>
      </dgm:t>
    </dgm:pt>
    <dgm:pt modelId="{94EDF1F8-6259-494B-ACCE-622396119A69}">
      <dgm:prSet phldrT="[Texte]"/>
      <dgm:spPr/>
      <dgm:t>
        <a:bodyPr/>
        <a:lstStyle/>
        <a:p>
          <a:r>
            <a:rPr lang="fr-FR" dirty="0"/>
            <a:t>Apporter des perspectives nouvelles</a:t>
          </a:r>
        </a:p>
      </dgm:t>
    </dgm:pt>
    <dgm:pt modelId="{E01EBFA8-47F6-4F67-AC33-CA673C8E5896}" type="parTrans" cxnId="{9E94269F-1171-43D3-A7D6-7DD4CA143417}">
      <dgm:prSet/>
      <dgm:spPr/>
    </dgm:pt>
    <dgm:pt modelId="{7A99EB81-4E5D-435F-B11B-A2BBE15A3E4F}" type="sibTrans" cxnId="{9E94269F-1171-43D3-A7D6-7DD4CA143417}">
      <dgm:prSet/>
      <dgm:spPr/>
    </dgm:pt>
    <dgm:pt modelId="{ADD7EC18-AC2D-4967-A61D-339ECAE9EF06}" type="pres">
      <dgm:prSet presAssocID="{3090E119-7F18-41FC-A104-5730BC2A2877}" presName="Name0" presStyleCnt="0">
        <dgm:presLayoutVars>
          <dgm:dir/>
          <dgm:animLvl val="lvl"/>
          <dgm:resizeHandles val="exact"/>
        </dgm:presLayoutVars>
      </dgm:prSet>
      <dgm:spPr/>
    </dgm:pt>
    <dgm:pt modelId="{77B4549A-D498-42F3-BFE4-A804AB1BDBE0}" type="pres">
      <dgm:prSet presAssocID="{3A212842-E418-401F-975A-4CB401FF1C24}" presName="composite" presStyleCnt="0"/>
      <dgm:spPr/>
    </dgm:pt>
    <dgm:pt modelId="{09DB92EC-7BC9-4E1D-B865-FD899A467144}" type="pres">
      <dgm:prSet presAssocID="{3A212842-E418-401F-975A-4CB401FF1C24}" presName="parTx" presStyleLbl="alignNode1" presStyleIdx="0" presStyleCnt="2">
        <dgm:presLayoutVars>
          <dgm:chMax val="0"/>
          <dgm:chPref val="0"/>
          <dgm:bulletEnabled val="1"/>
        </dgm:presLayoutVars>
      </dgm:prSet>
      <dgm:spPr/>
    </dgm:pt>
    <dgm:pt modelId="{825C6C2D-F007-41E5-8096-30962C608D78}" type="pres">
      <dgm:prSet presAssocID="{3A212842-E418-401F-975A-4CB401FF1C24}" presName="desTx" presStyleLbl="alignAccFollowNode1" presStyleIdx="0" presStyleCnt="2">
        <dgm:presLayoutVars>
          <dgm:bulletEnabled val="1"/>
        </dgm:presLayoutVars>
      </dgm:prSet>
      <dgm:spPr/>
    </dgm:pt>
    <dgm:pt modelId="{03536373-DF88-42E3-9705-4F61E1A3D028}" type="pres">
      <dgm:prSet presAssocID="{DF16E27C-0CDF-4DFB-B0DB-D3D4FDCA6B0E}" presName="space" presStyleCnt="0"/>
      <dgm:spPr/>
    </dgm:pt>
    <dgm:pt modelId="{D52EBF41-2084-44CD-B3CC-92B548390501}" type="pres">
      <dgm:prSet presAssocID="{830CC3A8-8C06-4523-9C96-7909898F6E6E}" presName="composite" presStyleCnt="0"/>
      <dgm:spPr/>
    </dgm:pt>
    <dgm:pt modelId="{883DB85B-38E6-4865-BB54-DBD29A7C02F2}" type="pres">
      <dgm:prSet presAssocID="{830CC3A8-8C06-4523-9C96-7909898F6E6E}" presName="parTx" presStyleLbl="alignNode1" presStyleIdx="1" presStyleCnt="2">
        <dgm:presLayoutVars>
          <dgm:chMax val="0"/>
          <dgm:chPref val="0"/>
          <dgm:bulletEnabled val="1"/>
        </dgm:presLayoutVars>
      </dgm:prSet>
      <dgm:spPr/>
    </dgm:pt>
    <dgm:pt modelId="{9E1C60B3-E399-4ABD-8FA9-4EAA5DA9D309}" type="pres">
      <dgm:prSet presAssocID="{830CC3A8-8C06-4523-9C96-7909898F6E6E}" presName="desTx" presStyleLbl="alignAccFollowNode1" presStyleIdx="1" presStyleCnt="2">
        <dgm:presLayoutVars>
          <dgm:bulletEnabled val="1"/>
        </dgm:presLayoutVars>
      </dgm:prSet>
      <dgm:spPr/>
    </dgm:pt>
  </dgm:ptLst>
  <dgm:cxnLst>
    <dgm:cxn modelId="{2CE6691E-7134-415B-80EB-292A9921DD24}" srcId="{3090E119-7F18-41FC-A104-5730BC2A2877}" destId="{830CC3A8-8C06-4523-9C96-7909898F6E6E}" srcOrd="1" destOrd="0" parTransId="{0A0E69B0-20D1-488B-B0DE-77AD601DFDC5}" sibTransId="{05972FF4-02CB-454B-BDA4-61A98B5D0557}"/>
    <dgm:cxn modelId="{37173937-7EF0-437C-846D-4B21F5465E97}" srcId="{3090E119-7F18-41FC-A104-5730BC2A2877}" destId="{3A212842-E418-401F-975A-4CB401FF1C24}" srcOrd="0" destOrd="0" parTransId="{37C9AFE5-9C9A-4810-9990-A19408D75FDC}" sibTransId="{DF16E27C-0CDF-4DFB-B0DB-D3D4FDCA6B0E}"/>
    <dgm:cxn modelId="{9C1E1B3E-D9F9-4BBE-968C-7B4EB0FA78DE}" type="presOf" srcId="{830CC3A8-8C06-4523-9C96-7909898F6E6E}" destId="{883DB85B-38E6-4865-BB54-DBD29A7C02F2}" srcOrd="0" destOrd="0" presId="urn:microsoft.com/office/officeart/2005/8/layout/hList1"/>
    <dgm:cxn modelId="{AB109042-A35E-4B5A-A762-FB1EDF1C72EE}" type="presOf" srcId="{964B6722-8C86-4432-9BBA-7158186155B3}" destId="{825C6C2D-F007-41E5-8096-30962C608D78}" srcOrd="0" destOrd="2" presId="urn:microsoft.com/office/officeart/2005/8/layout/hList1"/>
    <dgm:cxn modelId="{E5B68C4E-94EB-4A84-A0A3-24D49CFEE9A6}" type="presOf" srcId="{94EDF1F8-6259-494B-ACCE-622396119A69}" destId="{9E1C60B3-E399-4ABD-8FA9-4EAA5DA9D309}" srcOrd="0" destOrd="1" presId="urn:microsoft.com/office/officeart/2005/8/layout/hList1"/>
    <dgm:cxn modelId="{AE3E7B50-27CA-4BDB-A9E6-085EC1543DD3}" srcId="{830CC3A8-8C06-4523-9C96-7909898F6E6E}" destId="{12A2D803-C239-4CA4-A7A5-8427D0C54342}" srcOrd="0" destOrd="0" parTransId="{DF2CFA4E-C37E-45AE-8FB0-F6F6E246B70C}" sibTransId="{A68F3BA5-2949-410C-876B-E1C90C0D3AF7}"/>
    <dgm:cxn modelId="{7F7F3385-2F9A-4C3C-B97A-D8CB88AFF991}" srcId="{3A212842-E418-401F-975A-4CB401FF1C24}" destId="{8CAB03B6-F438-4663-9442-4877862E2A63}" srcOrd="0" destOrd="0" parTransId="{C8B9F787-83DE-463A-8FAA-FC1529A3CCBA}" sibTransId="{F01050CC-220E-459C-9AAF-91326FC118C4}"/>
    <dgm:cxn modelId="{AD115C85-2980-49E2-A3B6-9E73D2129147}" type="presOf" srcId="{F0581D2E-E76D-43C7-B7BE-DA65A0230B79}" destId="{825C6C2D-F007-41E5-8096-30962C608D78}" srcOrd="0" destOrd="1" presId="urn:microsoft.com/office/officeart/2005/8/layout/hList1"/>
    <dgm:cxn modelId="{59CAAE94-95C6-4E1F-828C-B0EE7F488A4C}" type="presOf" srcId="{3090E119-7F18-41FC-A104-5730BC2A2877}" destId="{ADD7EC18-AC2D-4967-A61D-339ECAE9EF06}" srcOrd="0" destOrd="0" presId="urn:microsoft.com/office/officeart/2005/8/layout/hList1"/>
    <dgm:cxn modelId="{9E94269F-1171-43D3-A7D6-7DD4CA143417}" srcId="{830CC3A8-8C06-4523-9C96-7909898F6E6E}" destId="{94EDF1F8-6259-494B-ACCE-622396119A69}" srcOrd="1" destOrd="0" parTransId="{E01EBFA8-47F6-4F67-AC33-CA673C8E5896}" sibTransId="{7A99EB81-4E5D-435F-B11B-A2BBE15A3E4F}"/>
    <dgm:cxn modelId="{F32F85BB-99ED-4104-938B-F197146061B5}" type="presOf" srcId="{12A2D803-C239-4CA4-A7A5-8427D0C54342}" destId="{9E1C60B3-E399-4ABD-8FA9-4EAA5DA9D309}" srcOrd="0" destOrd="0" presId="urn:microsoft.com/office/officeart/2005/8/layout/hList1"/>
    <dgm:cxn modelId="{F2D2C2C3-82C2-430A-BB94-6285A6121F93}" srcId="{3A212842-E418-401F-975A-4CB401FF1C24}" destId="{964B6722-8C86-4432-9BBA-7158186155B3}" srcOrd="2" destOrd="0" parTransId="{9E02C76B-B526-4C96-A361-11CA2E475E26}" sibTransId="{19B0A5A4-B833-49CB-BC86-86839FD9E025}"/>
    <dgm:cxn modelId="{29F51CC7-8BEB-4589-ACEF-26B6214891A7}" type="presOf" srcId="{3A212842-E418-401F-975A-4CB401FF1C24}" destId="{09DB92EC-7BC9-4E1D-B865-FD899A467144}" srcOrd="0" destOrd="0" presId="urn:microsoft.com/office/officeart/2005/8/layout/hList1"/>
    <dgm:cxn modelId="{21F64ECA-5A86-40DA-9F24-CFB9DE1F6F1B}" type="presOf" srcId="{8CAB03B6-F438-4663-9442-4877862E2A63}" destId="{825C6C2D-F007-41E5-8096-30962C608D78}" srcOrd="0" destOrd="0" presId="urn:microsoft.com/office/officeart/2005/8/layout/hList1"/>
    <dgm:cxn modelId="{DA0F91F4-11BD-4FB6-86BC-0DBF2455E352}" srcId="{3A212842-E418-401F-975A-4CB401FF1C24}" destId="{F0581D2E-E76D-43C7-B7BE-DA65A0230B79}" srcOrd="1" destOrd="0" parTransId="{E60259DE-E78C-4B97-8D26-B01CF31BF611}" sibTransId="{EA4F64AD-F355-4108-8F5A-7790FAC601E5}"/>
    <dgm:cxn modelId="{1D607DC1-5D30-4C57-B6A7-98C8A77012E4}" type="presParOf" srcId="{ADD7EC18-AC2D-4967-A61D-339ECAE9EF06}" destId="{77B4549A-D498-42F3-BFE4-A804AB1BDBE0}" srcOrd="0" destOrd="0" presId="urn:microsoft.com/office/officeart/2005/8/layout/hList1"/>
    <dgm:cxn modelId="{70630EE7-2833-4B64-BFFC-5665152497DB}" type="presParOf" srcId="{77B4549A-D498-42F3-BFE4-A804AB1BDBE0}" destId="{09DB92EC-7BC9-4E1D-B865-FD899A467144}" srcOrd="0" destOrd="0" presId="urn:microsoft.com/office/officeart/2005/8/layout/hList1"/>
    <dgm:cxn modelId="{DBBCFE33-964A-4611-BE69-9BC4EA7A2874}" type="presParOf" srcId="{77B4549A-D498-42F3-BFE4-A804AB1BDBE0}" destId="{825C6C2D-F007-41E5-8096-30962C608D78}" srcOrd="1" destOrd="0" presId="urn:microsoft.com/office/officeart/2005/8/layout/hList1"/>
    <dgm:cxn modelId="{D217CEC6-5D03-4ACB-9BCB-15296C751CF2}" type="presParOf" srcId="{ADD7EC18-AC2D-4967-A61D-339ECAE9EF06}" destId="{03536373-DF88-42E3-9705-4F61E1A3D028}" srcOrd="1" destOrd="0" presId="urn:microsoft.com/office/officeart/2005/8/layout/hList1"/>
    <dgm:cxn modelId="{6B21D529-0BF6-44D8-99B2-4DEAF8702CC6}" type="presParOf" srcId="{ADD7EC18-AC2D-4967-A61D-339ECAE9EF06}" destId="{D52EBF41-2084-44CD-B3CC-92B548390501}" srcOrd="2" destOrd="0" presId="urn:microsoft.com/office/officeart/2005/8/layout/hList1"/>
    <dgm:cxn modelId="{F454FBB9-851B-4A4B-B99B-C1BD85678B45}" type="presParOf" srcId="{D52EBF41-2084-44CD-B3CC-92B548390501}" destId="{883DB85B-38E6-4865-BB54-DBD29A7C02F2}" srcOrd="0" destOrd="0" presId="urn:microsoft.com/office/officeart/2005/8/layout/hList1"/>
    <dgm:cxn modelId="{9F71E8B7-D19E-4197-82E7-A8697F159FD3}" type="presParOf" srcId="{D52EBF41-2084-44CD-B3CC-92B548390501}" destId="{9E1C60B3-E399-4ABD-8FA9-4EAA5DA9D309}"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C5816DE-18FD-485F-9E07-F42DDD6ABBE7}" type="doc">
      <dgm:prSet loTypeId="urn:microsoft.com/office/officeart/2005/8/layout/pList1" loCatId="list" qsTypeId="urn:microsoft.com/office/officeart/2005/8/quickstyle/simple1" qsCatId="simple" csTypeId="urn:microsoft.com/office/officeart/2005/8/colors/accent1_2" csCatId="accent1" phldr="1"/>
      <dgm:spPr/>
      <dgm:t>
        <a:bodyPr/>
        <a:lstStyle/>
        <a:p>
          <a:endParaRPr lang="fr-FR"/>
        </a:p>
      </dgm:t>
    </dgm:pt>
    <dgm:pt modelId="{94D9AB7A-E4F7-49B6-8C03-D1BFED399CD5}">
      <dgm:prSet phldrT="[Texte]"/>
      <dgm:spPr/>
      <dgm:t>
        <a:bodyPr/>
        <a:lstStyle/>
        <a:p>
          <a:r>
            <a:rPr lang="fr-FR" dirty="0"/>
            <a:t>Les courriels</a:t>
          </a:r>
        </a:p>
      </dgm:t>
    </dgm:pt>
    <dgm:pt modelId="{0839C3A7-E4D8-4A58-9865-D3BC1D2AEF68}" type="parTrans" cxnId="{7012ABFB-C3FA-4FBA-BBCF-5640E2CAB09D}">
      <dgm:prSet/>
      <dgm:spPr/>
      <dgm:t>
        <a:bodyPr/>
        <a:lstStyle/>
        <a:p>
          <a:endParaRPr lang="fr-FR"/>
        </a:p>
      </dgm:t>
    </dgm:pt>
    <dgm:pt modelId="{D71F335B-512A-4698-9587-8CE9392C65A6}" type="sibTrans" cxnId="{7012ABFB-C3FA-4FBA-BBCF-5640E2CAB09D}">
      <dgm:prSet/>
      <dgm:spPr/>
      <dgm:t>
        <a:bodyPr/>
        <a:lstStyle/>
        <a:p>
          <a:endParaRPr lang="fr-FR"/>
        </a:p>
      </dgm:t>
    </dgm:pt>
    <dgm:pt modelId="{4E5E4A7F-C19B-4F72-9B67-66DE9430E5AE}">
      <dgm:prSet phldrT="[Texte]"/>
      <dgm:spPr/>
      <dgm:t>
        <a:bodyPr/>
        <a:lstStyle/>
        <a:p>
          <a:r>
            <a:rPr lang="fr-FR" dirty="0"/>
            <a:t>Les médias sociaux internes</a:t>
          </a:r>
        </a:p>
      </dgm:t>
    </dgm:pt>
    <dgm:pt modelId="{D6F13DAA-2B28-4D13-9E02-04EE6B263D16}" type="parTrans" cxnId="{0A49B1EB-1DD6-433B-8EC2-365082CB88D9}">
      <dgm:prSet/>
      <dgm:spPr/>
      <dgm:t>
        <a:bodyPr/>
        <a:lstStyle/>
        <a:p>
          <a:endParaRPr lang="fr-FR"/>
        </a:p>
      </dgm:t>
    </dgm:pt>
    <dgm:pt modelId="{AA1D621B-E67B-4B4B-910C-169D1EDA0FC8}" type="sibTrans" cxnId="{0A49B1EB-1DD6-433B-8EC2-365082CB88D9}">
      <dgm:prSet/>
      <dgm:spPr/>
      <dgm:t>
        <a:bodyPr/>
        <a:lstStyle/>
        <a:p>
          <a:endParaRPr lang="fr-FR"/>
        </a:p>
      </dgm:t>
    </dgm:pt>
    <dgm:pt modelId="{B4E1A675-A008-4F15-99FC-90F05C809395}">
      <dgm:prSet phldrT="[Texte]"/>
      <dgm:spPr/>
      <dgm:t>
        <a:bodyPr/>
        <a:lstStyle/>
        <a:p>
          <a:r>
            <a:rPr lang="fr-FR" dirty="0"/>
            <a:t>Les appels téléphoniques</a:t>
          </a:r>
        </a:p>
      </dgm:t>
    </dgm:pt>
    <dgm:pt modelId="{CA13DE6D-4C84-44EA-898C-F349FFD4E6C2}" type="parTrans" cxnId="{B214C71B-042D-4727-AB8A-57023C490FC3}">
      <dgm:prSet/>
      <dgm:spPr/>
      <dgm:t>
        <a:bodyPr/>
        <a:lstStyle/>
        <a:p>
          <a:endParaRPr lang="fr-FR"/>
        </a:p>
      </dgm:t>
    </dgm:pt>
    <dgm:pt modelId="{E03F39EE-638E-44A4-AC09-835CEA0AF106}" type="sibTrans" cxnId="{B214C71B-042D-4727-AB8A-57023C490FC3}">
      <dgm:prSet/>
      <dgm:spPr/>
      <dgm:t>
        <a:bodyPr/>
        <a:lstStyle/>
        <a:p>
          <a:endParaRPr lang="fr-FR"/>
        </a:p>
      </dgm:t>
    </dgm:pt>
    <dgm:pt modelId="{7D8AF019-3109-498A-872D-0776FB7E842B}">
      <dgm:prSet phldrT="[Texte]"/>
      <dgm:spPr/>
      <dgm:t>
        <a:bodyPr/>
        <a:lstStyle/>
        <a:p>
          <a:r>
            <a:rPr lang="fr-FR" dirty="0"/>
            <a:t>Les notes de services</a:t>
          </a:r>
        </a:p>
      </dgm:t>
    </dgm:pt>
    <dgm:pt modelId="{C6F24576-CC89-4EF1-97B0-9081E9E62A4B}" type="parTrans" cxnId="{A1B4E9BD-B6C1-43F2-9E56-B22F499B3160}">
      <dgm:prSet/>
      <dgm:spPr/>
      <dgm:t>
        <a:bodyPr/>
        <a:lstStyle/>
        <a:p>
          <a:endParaRPr lang="fr-FR"/>
        </a:p>
      </dgm:t>
    </dgm:pt>
    <dgm:pt modelId="{DB62C2D5-8135-4C14-9363-9524891668BF}" type="sibTrans" cxnId="{A1B4E9BD-B6C1-43F2-9E56-B22F499B3160}">
      <dgm:prSet/>
      <dgm:spPr/>
      <dgm:t>
        <a:bodyPr/>
        <a:lstStyle/>
        <a:p>
          <a:endParaRPr lang="fr-FR"/>
        </a:p>
      </dgm:t>
    </dgm:pt>
    <dgm:pt modelId="{F1976FEF-A4C7-4052-9A43-D5E9705E8D31}" type="pres">
      <dgm:prSet presAssocID="{DC5816DE-18FD-485F-9E07-F42DDD6ABBE7}" presName="Name0" presStyleCnt="0">
        <dgm:presLayoutVars>
          <dgm:dir/>
          <dgm:resizeHandles val="exact"/>
        </dgm:presLayoutVars>
      </dgm:prSet>
      <dgm:spPr/>
    </dgm:pt>
    <dgm:pt modelId="{7BECD942-978E-4CDF-A5E0-E589A9396572}" type="pres">
      <dgm:prSet presAssocID="{94D9AB7A-E4F7-49B6-8C03-D1BFED399CD5}" presName="compNode" presStyleCnt="0"/>
      <dgm:spPr/>
    </dgm:pt>
    <dgm:pt modelId="{FB594715-298D-4B4B-81C1-2E1C00522C2E}" type="pres">
      <dgm:prSet presAssocID="{94D9AB7A-E4F7-49B6-8C03-D1BFED399CD5}" presName="pictRect" presStyleLbl="node1" presStyleIdx="0" presStyleCnt="4"/>
      <dgm:spPr/>
    </dgm:pt>
    <dgm:pt modelId="{E0E2F627-2149-47FF-BDE8-07795C6E4C37}" type="pres">
      <dgm:prSet presAssocID="{94D9AB7A-E4F7-49B6-8C03-D1BFED399CD5}" presName="textRect" presStyleLbl="revTx" presStyleIdx="0" presStyleCnt="4">
        <dgm:presLayoutVars>
          <dgm:bulletEnabled val="1"/>
        </dgm:presLayoutVars>
      </dgm:prSet>
      <dgm:spPr/>
    </dgm:pt>
    <dgm:pt modelId="{5EB4CA1E-A053-4198-BB03-84D9C364F6D1}" type="pres">
      <dgm:prSet presAssocID="{D71F335B-512A-4698-9587-8CE9392C65A6}" presName="sibTrans" presStyleLbl="sibTrans2D1" presStyleIdx="0" presStyleCnt="0"/>
      <dgm:spPr/>
    </dgm:pt>
    <dgm:pt modelId="{B7C18514-37E1-4D7E-82A2-9137DE63F94B}" type="pres">
      <dgm:prSet presAssocID="{4E5E4A7F-C19B-4F72-9B67-66DE9430E5AE}" presName="compNode" presStyleCnt="0"/>
      <dgm:spPr/>
    </dgm:pt>
    <dgm:pt modelId="{4C647D42-65A7-4F80-A9AF-012190DB2E84}" type="pres">
      <dgm:prSet presAssocID="{4E5E4A7F-C19B-4F72-9B67-66DE9430E5AE}" presName="pictRect" presStyleLbl="node1" presStyleIdx="1" presStyleCnt="4"/>
      <dgm:spPr/>
    </dgm:pt>
    <dgm:pt modelId="{2656E1AF-1A43-44FF-9C2D-E88681F47476}" type="pres">
      <dgm:prSet presAssocID="{4E5E4A7F-C19B-4F72-9B67-66DE9430E5AE}" presName="textRect" presStyleLbl="revTx" presStyleIdx="1" presStyleCnt="4">
        <dgm:presLayoutVars>
          <dgm:bulletEnabled val="1"/>
        </dgm:presLayoutVars>
      </dgm:prSet>
      <dgm:spPr/>
    </dgm:pt>
    <dgm:pt modelId="{418A1C74-7B17-4B1F-B6F4-D7C8EC20063C}" type="pres">
      <dgm:prSet presAssocID="{AA1D621B-E67B-4B4B-910C-169D1EDA0FC8}" presName="sibTrans" presStyleLbl="sibTrans2D1" presStyleIdx="0" presStyleCnt="0"/>
      <dgm:spPr/>
    </dgm:pt>
    <dgm:pt modelId="{3B14DA11-1074-4FD5-99AB-D5514B02B70A}" type="pres">
      <dgm:prSet presAssocID="{B4E1A675-A008-4F15-99FC-90F05C809395}" presName="compNode" presStyleCnt="0"/>
      <dgm:spPr/>
    </dgm:pt>
    <dgm:pt modelId="{0FA7B480-76E1-458F-A905-BE63EFD501B1}" type="pres">
      <dgm:prSet presAssocID="{B4E1A675-A008-4F15-99FC-90F05C809395}" presName="pictRect" presStyleLbl="node1" presStyleIdx="2" presStyleCnt="4"/>
      <dgm:spPr/>
    </dgm:pt>
    <dgm:pt modelId="{6CC800C3-6DAF-4A94-8986-B443B2A533DF}" type="pres">
      <dgm:prSet presAssocID="{B4E1A675-A008-4F15-99FC-90F05C809395}" presName="textRect" presStyleLbl="revTx" presStyleIdx="2" presStyleCnt="4">
        <dgm:presLayoutVars>
          <dgm:bulletEnabled val="1"/>
        </dgm:presLayoutVars>
      </dgm:prSet>
      <dgm:spPr/>
    </dgm:pt>
    <dgm:pt modelId="{A79A3291-070A-4C47-9F07-AADB3D8B18E4}" type="pres">
      <dgm:prSet presAssocID="{E03F39EE-638E-44A4-AC09-835CEA0AF106}" presName="sibTrans" presStyleLbl="sibTrans2D1" presStyleIdx="0" presStyleCnt="0"/>
      <dgm:spPr/>
    </dgm:pt>
    <dgm:pt modelId="{1F5E95A9-74CE-48CB-B734-949F739EFC12}" type="pres">
      <dgm:prSet presAssocID="{7D8AF019-3109-498A-872D-0776FB7E842B}" presName="compNode" presStyleCnt="0"/>
      <dgm:spPr/>
    </dgm:pt>
    <dgm:pt modelId="{B308F51B-8A51-4A26-B456-55C0F318BE71}" type="pres">
      <dgm:prSet presAssocID="{7D8AF019-3109-498A-872D-0776FB7E842B}" presName="pictRect" presStyleLbl="node1" presStyleIdx="3" presStyleCnt="4"/>
      <dgm:spPr/>
    </dgm:pt>
    <dgm:pt modelId="{FD498B59-A87D-4BA5-AB10-58A840278943}" type="pres">
      <dgm:prSet presAssocID="{7D8AF019-3109-498A-872D-0776FB7E842B}" presName="textRect" presStyleLbl="revTx" presStyleIdx="3" presStyleCnt="4">
        <dgm:presLayoutVars>
          <dgm:bulletEnabled val="1"/>
        </dgm:presLayoutVars>
      </dgm:prSet>
      <dgm:spPr/>
    </dgm:pt>
  </dgm:ptLst>
  <dgm:cxnLst>
    <dgm:cxn modelId="{B214C71B-042D-4727-AB8A-57023C490FC3}" srcId="{DC5816DE-18FD-485F-9E07-F42DDD6ABBE7}" destId="{B4E1A675-A008-4F15-99FC-90F05C809395}" srcOrd="2" destOrd="0" parTransId="{CA13DE6D-4C84-44EA-898C-F349FFD4E6C2}" sibTransId="{E03F39EE-638E-44A4-AC09-835CEA0AF106}"/>
    <dgm:cxn modelId="{75110C5B-DF80-423C-8A8E-8814F3585747}" type="presOf" srcId="{94D9AB7A-E4F7-49B6-8C03-D1BFED399CD5}" destId="{E0E2F627-2149-47FF-BDE8-07795C6E4C37}" srcOrd="0" destOrd="0" presId="urn:microsoft.com/office/officeart/2005/8/layout/pList1"/>
    <dgm:cxn modelId="{040E5E65-BDA6-4AE0-BAD3-4A3E9BBAFEAF}" type="presOf" srcId="{4E5E4A7F-C19B-4F72-9B67-66DE9430E5AE}" destId="{2656E1AF-1A43-44FF-9C2D-E88681F47476}" srcOrd="0" destOrd="0" presId="urn:microsoft.com/office/officeart/2005/8/layout/pList1"/>
    <dgm:cxn modelId="{7E25A47D-086D-4F79-A681-12B8C94056A5}" type="presOf" srcId="{E03F39EE-638E-44A4-AC09-835CEA0AF106}" destId="{A79A3291-070A-4C47-9F07-AADB3D8B18E4}" srcOrd="0" destOrd="0" presId="urn:microsoft.com/office/officeart/2005/8/layout/pList1"/>
    <dgm:cxn modelId="{E79D7589-E1D6-4172-95C7-E7B2A8197869}" type="presOf" srcId="{DC5816DE-18FD-485F-9E07-F42DDD6ABBE7}" destId="{F1976FEF-A4C7-4052-9A43-D5E9705E8D31}" srcOrd="0" destOrd="0" presId="urn:microsoft.com/office/officeart/2005/8/layout/pList1"/>
    <dgm:cxn modelId="{6941A58B-C085-4B7C-9296-48FABA58C203}" type="presOf" srcId="{7D8AF019-3109-498A-872D-0776FB7E842B}" destId="{FD498B59-A87D-4BA5-AB10-58A840278943}" srcOrd="0" destOrd="0" presId="urn:microsoft.com/office/officeart/2005/8/layout/pList1"/>
    <dgm:cxn modelId="{BE00D1BB-AE53-4BBB-9AEF-063EE19CFC18}" type="presOf" srcId="{D71F335B-512A-4698-9587-8CE9392C65A6}" destId="{5EB4CA1E-A053-4198-BB03-84D9C364F6D1}" srcOrd="0" destOrd="0" presId="urn:microsoft.com/office/officeart/2005/8/layout/pList1"/>
    <dgm:cxn modelId="{A1B4E9BD-B6C1-43F2-9E56-B22F499B3160}" srcId="{DC5816DE-18FD-485F-9E07-F42DDD6ABBE7}" destId="{7D8AF019-3109-498A-872D-0776FB7E842B}" srcOrd="3" destOrd="0" parTransId="{C6F24576-CC89-4EF1-97B0-9081E9E62A4B}" sibTransId="{DB62C2D5-8135-4C14-9363-9524891668BF}"/>
    <dgm:cxn modelId="{AA87D0C1-4494-41B6-BD42-F03A6A87F701}" type="presOf" srcId="{B4E1A675-A008-4F15-99FC-90F05C809395}" destId="{6CC800C3-6DAF-4A94-8986-B443B2A533DF}" srcOrd="0" destOrd="0" presId="urn:microsoft.com/office/officeart/2005/8/layout/pList1"/>
    <dgm:cxn modelId="{0A49B1EB-1DD6-433B-8EC2-365082CB88D9}" srcId="{DC5816DE-18FD-485F-9E07-F42DDD6ABBE7}" destId="{4E5E4A7F-C19B-4F72-9B67-66DE9430E5AE}" srcOrd="1" destOrd="0" parTransId="{D6F13DAA-2B28-4D13-9E02-04EE6B263D16}" sibTransId="{AA1D621B-E67B-4B4B-910C-169D1EDA0FC8}"/>
    <dgm:cxn modelId="{3F1382F5-DF5A-475B-B385-C9E27CD54D75}" type="presOf" srcId="{AA1D621B-E67B-4B4B-910C-169D1EDA0FC8}" destId="{418A1C74-7B17-4B1F-B6F4-D7C8EC20063C}" srcOrd="0" destOrd="0" presId="urn:microsoft.com/office/officeart/2005/8/layout/pList1"/>
    <dgm:cxn modelId="{7012ABFB-C3FA-4FBA-BBCF-5640E2CAB09D}" srcId="{DC5816DE-18FD-485F-9E07-F42DDD6ABBE7}" destId="{94D9AB7A-E4F7-49B6-8C03-D1BFED399CD5}" srcOrd="0" destOrd="0" parTransId="{0839C3A7-E4D8-4A58-9865-D3BC1D2AEF68}" sibTransId="{D71F335B-512A-4698-9587-8CE9392C65A6}"/>
    <dgm:cxn modelId="{A3D56822-A58E-46DD-B5CC-CFEDA5844F33}" type="presParOf" srcId="{F1976FEF-A4C7-4052-9A43-D5E9705E8D31}" destId="{7BECD942-978E-4CDF-A5E0-E589A9396572}" srcOrd="0" destOrd="0" presId="urn:microsoft.com/office/officeart/2005/8/layout/pList1"/>
    <dgm:cxn modelId="{D0EF0D70-6E2E-4390-9014-26BEED82DC84}" type="presParOf" srcId="{7BECD942-978E-4CDF-A5E0-E589A9396572}" destId="{FB594715-298D-4B4B-81C1-2E1C00522C2E}" srcOrd="0" destOrd="0" presId="urn:microsoft.com/office/officeart/2005/8/layout/pList1"/>
    <dgm:cxn modelId="{5658ADBC-10A4-4962-B1FD-09604EA8B6DE}" type="presParOf" srcId="{7BECD942-978E-4CDF-A5E0-E589A9396572}" destId="{E0E2F627-2149-47FF-BDE8-07795C6E4C37}" srcOrd="1" destOrd="0" presId="urn:microsoft.com/office/officeart/2005/8/layout/pList1"/>
    <dgm:cxn modelId="{E2F28415-7F2E-42D4-B692-AFB2E74ED01F}" type="presParOf" srcId="{F1976FEF-A4C7-4052-9A43-D5E9705E8D31}" destId="{5EB4CA1E-A053-4198-BB03-84D9C364F6D1}" srcOrd="1" destOrd="0" presId="urn:microsoft.com/office/officeart/2005/8/layout/pList1"/>
    <dgm:cxn modelId="{11098C5D-4EE5-45BB-B022-ED47FB83A655}" type="presParOf" srcId="{F1976FEF-A4C7-4052-9A43-D5E9705E8D31}" destId="{B7C18514-37E1-4D7E-82A2-9137DE63F94B}" srcOrd="2" destOrd="0" presId="urn:microsoft.com/office/officeart/2005/8/layout/pList1"/>
    <dgm:cxn modelId="{342DED9E-0125-461E-BD4D-E19BDB156F70}" type="presParOf" srcId="{B7C18514-37E1-4D7E-82A2-9137DE63F94B}" destId="{4C647D42-65A7-4F80-A9AF-012190DB2E84}" srcOrd="0" destOrd="0" presId="urn:microsoft.com/office/officeart/2005/8/layout/pList1"/>
    <dgm:cxn modelId="{BA6DDCE4-FFA6-492E-870C-690310AF240C}" type="presParOf" srcId="{B7C18514-37E1-4D7E-82A2-9137DE63F94B}" destId="{2656E1AF-1A43-44FF-9C2D-E88681F47476}" srcOrd="1" destOrd="0" presId="urn:microsoft.com/office/officeart/2005/8/layout/pList1"/>
    <dgm:cxn modelId="{506AC161-ED17-4AFB-996A-16CEB118632A}" type="presParOf" srcId="{F1976FEF-A4C7-4052-9A43-D5E9705E8D31}" destId="{418A1C74-7B17-4B1F-B6F4-D7C8EC20063C}" srcOrd="3" destOrd="0" presId="urn:microsoft.com/office/officeart/2005/8/layout/pList1"/>
    <dgm:cxn modelId="{53597B71-29C4-4AC8-B93D-6CFF9F9B3416}" type="presParOf" srcId="{F1976FEF-A4C7-4052-9A43-D5E9705E8D31}" destId="{3B14DA11-1074-4FD5-99AB-D5514B02B70A}" srcOrd="4" destOrd="0" presId="urn:microsoft.com/office/officeart/2005/8/layout/pList1"/>
    <dgm:cxn modelId="{976F159A-D02B-4DD4-B086-F69B6995F4CD}" type="presParOf" srcId="{3B14DA11-1074-4FD5-99AB-D5514B02B70A}" destId="{0FA7B480-76E1-458F-A905-BE63EFD501B1}" srcOrd="0" destOrd="0" presId="urn:microsoft.com/office/officeart/2005/8/layout/pList1"/>
    <dgm:cxn modelId="{4CD48836-7F63-4BF4-B5E3-9DE778C4C7E1}" type="presParOf" srcId="{3B14DA11-1074-4FD5-99AB-D5514B02B70A}" destId="{6CC800C3-6DAF-4A94-8986-B443B2A533DF}" srcOrd="1" destOrd="0" presId="urn:microsoft.com/office/officeart/2005/8/layout/pList1"/>
    <dgm:cxn modelId="{BFF06DCA-656B-482E-A310-40358E610D67}" type="presParOf" srcId="{F1976FEF-A4C7-4052-9A43-D5E9705E8D31}" destId="{A79A3291-070A-4C47-9F07-AADB3D8B18E4}" srcOrd="5" destOrd="0" presId="urn:microsoft.com/office/officeart/2005/8/layout/pList1"/>
    <dgm:cxn modelId="{A7CDAEA1-7D73-43DF-A819-09C203EF2EA7}" type="presParOf" srcId="{F1976FEF-A4C7-4052-9A43-D5E9705E8D31}" destId="{1F5E95A9-74CE-48CB-B734-949F739EFC12}" srcOrd="6" destOrd="0" presId="urn:microsoft.com/office/officeart/2005/8/layout/pList1"/>
    <dgm:cxn modelId="{F49464EB-280F-42FA-91A5-7215DBECD804}" type="presParOf" srcId="{1F5E95A9-74CE-48CB-B734-949F739EFC12}" destId="{B308F51B-8A51-4A26-B456-55C0F318BE71}" srcOrd="0" destOrd="0" presId="urn:microsoft.com/office/officeart/2005/8/layout/pList1"/>
    <dgm:cxn modelId="{AB95393C-9454-4327-8B4A-132C5D3D4AF0}" type="presParOf" srcId="{1F5E95A9-74CE-48CB-B734-949F739EFC12}" destId="{FD498B59-A87D-4BA5-AB10-58A840278943}" srcOrd="1" destOrd="0" presId="urn:microsoft.com/office/officeart/2005/8/layout/p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14724C2-D0D6-4770-B6AD-F120076677D7}" type="doc">
      <dgm:prSet loTypeId="urn:microsoft.com/office/officeart/2005/8/layout/process1" loCatId="process" qsTypeId="urn:microsoft.com/office/officeart/2005/8/quickstyle/simple5" qsCatId="simple" csTypeId="urn:microsoft.com/office/officeart/2005/8/colors/accent1_5" csCatId="accent1" phldr="1"/>
      <dgm:spPr/>
    </dgm:pt>
    <dgm:pt modelId="{7BB4F252-7C35-4CEA-B7A5-37A5DEBA30D8}">
      <dgm:prSet phldrT="[Texte]"/>
      <dgm:spPr/>
      <dgm:t>
        <a:bodyPr/>
        <a:lstStyle/>
        <a:p>
          <a:r>
            <a:rPr lang="fr-FR" dirty="0"/>
            <a:t>dirigeant</a:t>
          </a:r>
        </a:p>
      </dgm:t>
    </dgm:pt>
    <dgm:pt modelId="{A4E43C13-AB36-41A4-917A-9AD2B5284332}" type="parTrans" cxnId="{50502AE8-1194-4B12-B87F-9463B15E153D}">
      <dgm:prSet/>
      <dgm:spPr/>
      <dgm:t>
        <a:bodyPr/>
        <a:lstStyle/>
        <a:p>
          <a:endParaRPr lang="fr-FR"/>
        </a:p>
      </dgm:t>
    </dgm:pt>
    <dgm:pt modelId="{E5BA03A8-EC13-445D-AE6C-9C674BF7839E}" type="sibTrans" cxnId="{50502AE8-1194-4B12-B87F-9463B15E153D}">
      <dgm:prSet/>
      <dgm:spPr/>
      <dgm:t>
        <a:bodyPr/>
        <a:lstStyle/>
        <a:p>
          <a:endParaRPr lang="fr-FR"/>
        </a:p>
      </dgm:t>
    </dgm:pt>
    <dgm:pt modelId="{213C2AC0-E315-49EB-A42B-172A27142DBB}">
      <dgm:prSet phldrT="[Texte]"/>
      <dgm:spPr/>
      <dgm:t>
        <a:bodyPr/>
        <a:lstStyle/>
        <a:p>
          <a:r>
            <a:rPr lang="fr-FR" dirty="0"/>
            <a:t>personnel</a:t>
          </a:r>
        </a:p>
      </dgm:t>
    </dgm:pt>
    <dgm:pt modelId="{5A510653-A021-4A88-BED7-08CFAFF6BE5C}" type="parTrans" cxnId="{E47FCDED-CF44-4E47-9841-ACD39535BF4C}">
      <dgm:prSet/>
      <dgm:spPr/>
      <dgm:t>
        <a:bodyPr/>
        <a:lstStyle/>
        <a:p>
          <a:endParaRPr lang="fr-FR"/>
        </a:p>
      </dgm:t>
    </dgm:pt>
    <dgm:pt modelId="{75D3B3C7-889A-4C0A-92DB-6D18C83E1BA1}" type="sibTrans" cxnId="{E47FCDED-CF44-4E47-9841-ACD39535BF4C}">
      <dgm:prSet/>
      <dgm:spPr/>
      <dgm:t>
        <a:bodyPr/>
        <a:lstStyle/>
        <a:p>
          <a:endParaRPr lang="fr-FR"/>
        </a:p>
      </dgm:t>
    </dgm:pt>
    <dgm:pt modelId="{E43DA187-EF6F-4B32-B058-FD6921E70989}" type="pres">
      <dgm:prSet presAssocID="{914724C2-D0D6-4770-B6AD-F120076677D7}" presName="Name0" presStyleCnt="0">
        <dgm:presLayoutVars>
          <dgm:dir/>
          <dgm:resizeHandles val="exact"/>
        </dgm:presLayoutVars>
      </dgm:prSet>
      <dgm:spPr/>
    </dgm:pt>
    <dgm:pt modelId="{89D0ED18-50CC-418C-9AC9-FFB475D1120F}" type="pres">
      <dgm:prSet presAssocID="{7BB4F252-7C35-4CEA-B7A5-37A5DEBA30D8}" presName="node" presStyleLbl="node1" presStyleIdx="0" presStyleCnt="2" custScaleX="61458">
        <dgm:presLayoutVars>
          <dgm:bulletEnabled val="1"/>
        </dgm:presLayoutVars>
      </dgm:prSet>
      <dgm:spPr/>
    </dgm:pt>
    <dgm:pt modelId="{5E054C08-17E3-46A5-B4C3-2E7BAF6CE786}" type="pres">
      <dgm:prSet presAssocID="{E5BA03A8-EC13-445D-AE6C-9C674BF7839E}" presName="sibTrans" presStyleLbl="sibTrans2D1" presStyleIdx="0" presStyleCnt="1" custScaleX="127888" custLinFactNeighborX="-4259" custLinFactNeighborY="4387"/>
      <dgm:spPr/>
    </dgm:pt>
    <dgm:pt modelId="{313AF3BA-C8F7-40A3-BE0B-4C4D13026026}" type="pres">
      <dgm:prSet presAssocID="{E5BA03A8-EC13-445D-AE6C-9C674BF7839E}" presName="connectorText" presStyleLbl="sibTrans2D1" presStyleIdx="0" presStyleCnt="1"/>
      <dgm:spPr/>
    </dgm:pt>
    <dgm:pt modelId="{B0307B08-4873-4F93-B70C-D1CA73EB1811}" type="pres">
      <dgm:prSet presAssocID="{213C2AC0-E315-49EB-A42B-172A27142DBB}" presName="node" presStyleLbl="node1" presStyleIdx="1" presStyleCnt="2" custScaleX="40454" custLinFactNeighborX="29252" custLinFactNeighborY="-746">
        <dgm:presLayoutVars>
          <dgm:bulletEnabled val="1"/>
        </dgm:presLayoutVars>
      </dgm:prSet>
      <dgm:spPr/>
    </dgm:pt>
  </dgm:ptLst>
  <dgm:cxnLst>
    <dgm:cxn modelId="{CF5C4A43-75D2-4479-8B5F-56347AFCC399}" type="presOf" srcId="{7BB4F252-7C35-4CEA-B7A5-37A5DEBA30D8}" destId="{89D0ED18-50CC-418C-9AC9-FFB475D1120F}" srcOrd="0" destOrd="0" presId="urn:microsoft.com/office/officeart/2005/8/layout/process1"/>
    <dgm:cxn modelId="{7C846E89-7093-4C40-97FB-1A146F96C1A4}" type="presOf" srcId="{E5BA03A8-EC13-445D-AE6C-9C674BF7839E}" destId="{5E054C08-17E3-46A5-B4C3-2E7BAF6CE786}" srcOrd="0" destOrd="0" presId="urn:microsoft.com/office/officeart/2005/8/layout/process1"/>
    <dgm:cxn modelId="{A4380498-0EE6-4E40-8AA0-E46C0EEDF3F9}" type="presOf" srcId="{213C2AC0-E315-49EB-A42B-172A27142DBB}" destId="{B0307B08-4873-4F93-B70C-D1CA73EB1811}" srcOrd="0" destOrd="0" presId="urn:microsoft.com/office/officeart/2005/8/layout/process1"/>
    <dgm:cxn modelId="{CB1B71A1-CBE5-4594-B17A-7EFCEB5A582A}" type="presOf" srcId="{E5BA03A8-EC13-445D-AE6C-9C674BF7839E}" destId="{313AF3BA-C8F7-40A3-BE0B-4C4D13026026}" srcOrd="1" destOrd="0" presId="urn:microsoft.com/office/officeart/2005/8/layout/process1"/>
    <dgm:cxn modelId="{50502AE8-1194-4B12-B87F-9463B15E153D}" srcId="{914724C2-D0D6-4770-B6AD-F120076677D7}" destId="{7BB4F252-7C35-4CEA-B7A5-37A5DEBA30D8}" srcOrd="0" destOrd="0" parTransId="{A4E43C13-AB36-41A4-917A-9AD2B5284332}" sibTransId="{E5BA03A8-EC13-445D-AE6C-9C674BF7839E}"/>
    <dgm:cxn modelId="{E47FCDED-CF44-4E47-9841-ACD39535BF4C}" srcId="{914724C2-D0D6-4770-B6AD-F120076677D7}" destId="{213C2AC0-E315-49EB-A42B-172A27142DBB}" srcOrd="1" destOrd="0" parTransId="{5A510653-A021-4A88-BED7-08CFAFF6BE5C}" sibTransId="{75D3B3C7-889A-4C0A-92DB-6D18C83E1BA1}"/>
    <dgm:cxn modelId="{A4642DF6-6277-4C91-A14E-CD9417994D3C}" type="presOf" srcId="{914724C2-D0D6-4770-B6AD-F120076677D7}" destId="{E43DA187-EF6F-4B32-B058-FD6921E70989}" srcOrd="0" destOrd="0" presId="urn:microsoft.com/office/officeart/2005/8/layout/process1"/>
    <dgm:cxn modelId="{E476D98B-CD19-4910-B3A4-25E99338771B}" type="presParOf" srcId="{E43DA187-EF6F-4B32-B058-FD6921E70989}" destId="{89D0ED18-50CC-418C-9AC9-FFB475D1120F}" srcOrd="0" destOrd="0" presId="urn:microsoft.com/office/officeart/2005/8/layout/process1"/>
    <dgm:cxn modelId="{06BCA9B9-94AB-4205-B0AF-27ED4A90B741}" type="presParOf" srcId="{E43DA187-EF6F-4B32-B058-FD6921E70989}" destId="{5E054C08-17E3-46A5-B4C3-2E7BAF6CE786}" srcOrd="1" destOrd="0" presId="urn:microsoft.com/office/officeart/2005/8/layout/process1"/>
    <dgm:cxn modelId="{EF20F2B4-EA10-4EC5-A2A8-FB334B61D8D9}" type="presParOf" srcId="{5E054C08-17E3-46A5-B4C3-2E7BAF6CE786}" destId="{313AF3BA-C8F7-40A3-BE0B-4C4D13026026}" srcOrd="0" destOrd="0" presId="urn:microsoft.com/office/officeart/2005/8/layout/process1"/>
    <dgm:cxn modelId="{DE766927-F347-46D8-84C8-D478F3950FD7}" type="presParOf" srcId="{E43DA187-EF6F-4B32-B058-FD6921E70989}" destId="{B0307B08-4873-4F93-B70C-D1CA73EB1811}" srcOrd="2"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9289220-05C5-444E-90EA-572683A7D38A}" type="doc">
      <dgm:prSet loTypeId="urn:microsoft.com/office/officeart/2005/8/layout/process1" loCatId="process" qsTypeId="urn:microsoft.com/office/officeart/2005/8/quickstyle/simple1" qsCatId="simple" csTypeId="urn:microsoft.com/office/officeart/2005/8/colors/colorful3" csCatId="colorful" phldr="1"/>
      <dgm:spPr/>
    </dgm:pt>
    <dgm:pt modelId="{173B2C03-F1A7-4863-93B6-A57B66D3AC7A}">
      <dgm:prSet phldrT="[Texte]"/>
      <dgm:spPr/>
      <dgm:t>
        <a:bodyPr/>
        <a:lstStyle/>
        <a:p>
          <a:r>
            <a:rPr lang="fr-FR" dirty="0"/>
            <a:t>dirigeant</a:t>
          </a:r>
        </a:p>
      </dgm:t>
    </dgm:pt>
    <dgm:pt modelId="{922A8221-59D8-4829-83BD-0CE886115DED}" type="parTrans" cxnId="{295442AE-626C-4743-A013-4AE1D6D7C0EE}">
      <dgm:prSet/>
      <dgm:spPr/>
      <dgm:t>
        <a:bodyPr/>
        <a:lstStyle/>
        <a:p>
          <a:endParaRPr lang="fr-FR"/>
        </a:p>
      </dgm:t>
    </dgm:pt>
    <dgm:pt modelId="{D0E6DAE8-9137-4DE4-9FFE-AC15D829F215}" type="sibTrans" cxnId="{295442AE-626C-4743-A013-4AE1D6D7C0EE}">
      <dgm:prSet/>
      <dgm:spPr/>
      <dgm:t>
        <a:bodyPr/>
        <a:lstStyle/>
        <a:p>
          <a:endParaRPr lang="fr-FR"/>
        </a:p>
      </dgm:t>
    </dgm:pt>
    <dgm:pt modelId="{2CD7B307-CC4A-439A-88E4-77B01177896C}">
      <dgm:prSet phldrT="[Texte]"/>
      <dgm:spPr/>
      <dgm:t>
        <a:bodyPr/>
        <a:lstStyle/>
        <a:p>
          <a:r>
            <a:rPr lang="fr-FR" dirty="0"/>
            <a:t>Ressources humaines</a:t>
          </a:r>
        </a:p>
      </dgm:t>
    </dgm:pt>
    <dgm:pt modelId="{9EDC4F6A-9985-4138-834A-B18BA9FA1FE4}" type="parTrans" cxnId="{C5F20FF1-E54E-4D7E-A70A-BD2FE58F7A3E}">
      <dgm:prSet/>
      <dgm:spPr/>
      <dgm:t>
        <a:bodyPr/>
        <a:lstStyle/>
        <a:p>
          <a:endParaRPr lang="fr-FR"/>
        </a:p>
      </dgm:t>
    </dgm:pt>
    <dgm:pt modelId="{9DB7A5C7-9210-46FF-9D6B-60BCEDC8C387}" type="sibTrans" cxnId="{C5F20FF1-E54E-4D7E-A70A-BD2FE58F7A3E}">
      <dgm:prSet/>
      <dgm:spPr/>
      <dgm:t>
        <a:bodyPr/>
        <a:lstStyle/>
        <a:p>
          <a:endParaRPr lang="fr-FR"/>
        </a:p>
      </dgm:t>
    </dgm:pt>
    <dgm:pt modelId="{F13A0AD4-F8BB-49A1-A853-6B7F306E9B5E}">
      <dgm:prSet phldrT="[Texte]"/>
      <dgm:spPr/>
      <dgm:t>
        <a:bodyPr/>
        <a:lstStyle/>
        <a:p>
          <a:r>
            <a:rPr lang="fr-FR" dirty="0"/>
            <a:t>Autres départements</a:t>
          </a:r>
        </a:p>
      </dgm:t>
    </dgm:pt>
    <dgm:pt modelId="{66039C61-6A9F-463B-8984-9D2FB4FD51BC}" type="parTrans" cxnId="{A06F39CE-BC0E-4321-9A6A-6CA67D6E7802}">
      <dgm:prSet/>
      <dgm:spPr/>
      <dgm:t>
        <a:bodyPr/>
        <a:lstStyle/>
        <a:p>
          <a:endParaRPr lang="fr-FR"/>
        </a:p>
      </dgm:t>
    </dgm:pt>
    <dgm:pt modelId="{4CB157EB-235B-43A3-BD5F-F4E02CB40651}" type="sibTrans" cxnId="{A06F39CE-BC0E-4321-9A6A-6CA67D6E7802}">
      <dgm:prSet/>
      <dgm:spPr/>
      <dgm:t>
        <a:bodyPr/>
        <a:lstStyle/>
        <a:p>
          <a:endParaRPr lang="fr-FR"/>
        </a:p>
      </dgm:t>
    </dgm:pt>
    <dgm:pt modelId="{D60A6976-76AD-4AEB-A6ED-1291C9A69212}" type="pres">
      <dgm:prSet presAssocID="{39289220-05C5-444E-90EA-572683A7D38A}" presName="Name0" presStyleCnt="0">
        <dgm:presLayoutVars>
          <dgm:dir/>
          <dgm:resizeHandles val="exact"/>
        </dgm:presLayoutVars>
      </dgm:prSet>
      <dgm:spPr/>
    </dgm:pt>
    <dgm:pt modelId="{F928B1CA-2AFB-4123-8421-B50B34BE233B}" type="pres">
      <dgm:prSet presAssocID="{173B2C03-F1A7-4863-93B6-A57B66D3AC7A}" presName="node" presStyleLbl="node1" presStyleIdx="0" presStyleCnt="3">
        <dgm:presLayoutVars>
          <dgm:bulletEnabled val="1"/>
        </dgm:presLayoutVars>
      </dgm:prSet>
      <dgm:spPr/>
    </dgm:pt>
    <dgm:pt modelId="{1837708F-72C0-4F78-B22B-2F532176B657}" type="pres">
      <dgm:prSet presAssocID="{D0E6DAE8-9137-4DE4-9FFE-AC15D829F215}" presName="sibTrans" presStyleLbl="sibTrans2D1" presStyleIdx="0" presStyleCnt="2"/>
      <dgm:spPr/>
    </dgm:pt>
    <dgm:pt modelId="{C064E8F7-740F-4996-A15E-DC96EAAFC893}" type="pres">
      <dgm:prSet presAssocID="{D0E6DAE8-9137-4DE4-9FFE-AC15D829F215}" presName="connectorText" presStyleLbl="sibTrans2D1" presStyleIdx="0" presStyleCnt="2"/>
      <dgm:spPr/>
    </dgm:pt>
    <dgm:pt modelId="{1D9FB346-8F81-43E6-A7C2-0C1CD35469F6}" type="pres">
      <dgm:prSet presAssocID="{2CD7B307-CC4A-439A-88E4-77B01177896C}" presName="node" presStyleLbl="node1" presStyleIdx="1" presStyleCnt="3">
        <dgm:presLayoutVars>
          <dgm:bulletEnabled val="1"/>
        </dgm:presLayoutVars>
      </dgm:prSet>
      <dgm:spPr/>
    </dgm:pt>
    <dgm:pt modelId="{114657DB-912B-4B69-BF78-17F636215D9F}" type="pres">
      <dgm:prSet presAssocID="{9DB7A5C7-9210-46FF-9D6B-60BCEDC8C387}" presName="sibTrans" presStyleLbl="sibTrans2D1" presStyleIdx="1" presStyleCnt="2"/>
      <dgm:spPr/>
    </dgm:pt>
    <dgm:pt modelId="{9C059815-2B2A-4BF6-8E5A-E417F0AC6EF3}" type="pres">
      <dgm:prSet presAssocID="{9DB7A5C7-9210-46FF-9D6B-60BCEDC8C387}" presName="connectorText" presStyleLbl="sibTrans2D1" presStyleIdx="1" presStyleCnt="2"/>
      <dgm:spPr/>
    </dgm:pt>
    <dgm:pt modelId="{889FB678-69D5-4EE5-B71F-EA3F6434E1F7}" type="pres">
      <dgm:prSet presAssocID="{F13A0AD4-F8BB-49A1-A853-6B7F306E9B5E}" presName="node" presStyleLbl="node1" presStyleIdx="2" presStyleCnt="3" custScaleX="94586">
        <dgm:presLayoutVars>
          <dgm:bulletEnabled val="1"/>
        </dgm:presLayoutVars>
      </dgm:prSet>
      <dgm:spPr/>
    </dgm:pt>
  </dgm:ptLst>
  <dgm:cxnLst>
    <dgm:cxn modelId="{78CE8B34-22AB-4B53-AE60-BB5527571BAC}" type="presOf" srcId="{D0E6DAE8-9137-4DE4-9FFE-AC15D829F215}" destId="{C064E8F7-740F-4996-A15E-DC96EAAFC893}" srcOrd="1" destOrd="0" presId="urn:microsoft.com/office/officeart/2005/8/layout/process1"/>
    <dgm:cxn modelId="{8B841F47-7F40-4EA7-B845-F868E9B47174}" type="presOf" srcId="{173B2C03-F1A7-4863-93B6-A57B66D3AC7A}" destId="{F928B1CA-2AFB-4123-8421-B50B34BE233B}" srcOrd="0" destOrd="0" presId="urn:microsoft.com/office/officeart/2005/8/layout/process1"/>
    <dgm:cxn modelId="{4F646581-71AC-4C08-9C90-DAAAEB70A4EB}" type="presOf" srcId="{F13A0AD4-F8BB-49A1-A853-6B7F306E9B5E}" destId="{889FB678-69D5-4EE5-B71F-EA3F6434E1F7}" srcOrd="0" destOrd="0" presId="urn:microsoft.com/office/officeart/2005/8/layout/process1"/>
    <dgm:cxn modelId="{177E1384-4A9B-4691-8427-C2923A31CF54}" type="presOf" srcId="{2CD7B307-CC4A-439A-88E4-77B01177896C}" destId="{1D9FB346-8F81-43E6-A7C2-0C1CD35469F6}" srcOrd="0" destOrd="0" presId="urn:microsoft.com/office/officeart/2005/8/layout/process1"/>
    <dgm:cxn modelId="{E2942195-3B43-41C0-9934-741794E51268}" type="presOf" srcId="{9DB7A5C7-9210-46FF-9D6B-60BCEDC8C387}" destId="{9C059815-2B2A-4BF6-8E5A-E417F0AC6EF3}" srcOrd="1" destOrd="0" presId="urn:microsoft.com/office/officeart/2005/8/layout/process1"/>
    <dgm:cxn modelId="{DAA4E396-B50C-4FB2-A79B-16B4730A8480}" type="presOf" srcId="{39289220-05C5-444E-90EA-572683A7D38A}" destId="{D60A6976-76AD-4AEB-A6ED-1291C9A69212}" srcOrd="0" destOrd="0" presId="urn:microsoft.com/office/officeart/2005/8/layout/process1"/>
    <dgm:cxn modelId="{295442AE-626C-4743-A013-4AE1D6D7C0EE}" srcId="{39289220-05C5-444E-90EA-572683A7D38A}" destId="{173B2C03-F1A7-4863-93B6-A57B66D3AC7A}" srcOrd="0" destOrd="0" parTransId="{922A8221-59D8-4829-83BD-0CE886115DED}" sibTransId="{D0E6DAE8-9137-4DE4-9FFE-AC15D829F215}"/>
    <dgm:cxn modelId="{06C6C0AE-5256-409A-9B30-9CCC2CC2CB01}" type="presOf" srcId="{D0E6DAE8-9137-4DE4-9FFE-AC15D829F215}" destId="{1837708F-72C0-4F78-B22B-2F532176B657}" srcOrd="0" destOrd="0" presId="urn:microsoft.com/office/officeart/2005/8/layout/process1"/>
    <dgm:cxn modelId="{A06F39CE-BC0E-4321-9A6A-6CA67D6E7802}" srcId="{39289220-05C5-444E-90EA-572683A7D38A}" destId="{F13A0AD4-F8BB-49A1-A853-6B7F306E9B5E}" srcOrd="2" destOrd="0" parTransId="{66039C61-6A9F-463B-8984-9D2FB4FD51BC}" sibTransId="{4CB157EB-235B-43A3-BD5F-F4E02CB40651}"/>
    <dgm:cxn modelId="{C5F20FF1-E54E-4D7E-A70A-BD2FE58F7A3E}" srcId="{39289220-05C5-444E-90EA-572683A7D38A}" destId="{2CD7B307-CC4A-439A-88E4-77B01177896C}" srcOrd="1" destOrd="0" parTransId="{9EDC4F6A-9985-4138-834A-B18BA9FA1FE4}" sibTransId="{9DB7A5C7-9210-46FF-9D6B-60BCEDC8C387}"/>
    <dgm:cxn modelId="{C7095CFE-639E-4C20-90A8-D0082DD3F024}" type="presOf" srcId="{9DB7A5C7-9210-46FF-9D6B-60BCEDC8C387}" destId="{114657DB-912B-4B69-BF78-17F636215D9F}" srcOrd="0" destOrd="0" presId="urn:microsoft.com/office/officeart/2005/8/layout/process1"/>
    <dgm:cxn modelId="{9F626E13-DF18-4D0F-89B6-0761BE5D8748}" type="presParOf" srcId="{D60A6976-76AD-4AEB-A6ED-1291C9A69212}" destId="{F928B1CA-2AFB-4123-8421-B50B34BE233B}" srcOrd="0" destOrd="0" presId="urn:microsoft.com/office/officeart/2005/8/layout/process1"/>
    <dgm:cxn modelId="{ADB33F3A-9F98-4304-9D79-453D2D9C79B9}" type="presParOf" srcId="{D60A6976-76AD-4AEB-A6ED-1291C9A69212}" destId="{1837708F-72C0-4F78-B22B-2F532176B657}" srcOrd="1" destOrd="0" presId="urn:microsoft.com/office/officeart/2005/8/layout/process1"/>
    <dgm:cxn modelId="{9E33F31A-A024-4F7A-907E-8356DC43A341}" type="presParOf" srcId="{1837708F-72C0-4F78-B22B-2F532176B657}" destId="{C064E8F7-740F-4996-A15E-DC96EAAFC893}" srcOrd="0" destOrd="0" presId="urn:microsoft.com/office/officeart/2005/8/layout/process1"/>
    <dgm:cxn modelId="{5B658E6E-CB5C-4762-984B-92F16C690C57}" type="presParOf" srcId="{D60A6976-76AD-4AEB-A6ED-1291C9A69212}" destId="{1D9FB346-8F81-43E6-A7C2-0C1CD35469F6}" srcOrd="2" destOrd="0" presId="urn:microsoft.com/office/officeart/2005/8/layout/process1"/>
    <dgm:cxn modelId="{C2851004-195E-4BDF-A8D9-44C62965271B}" type="presParOf" srcId="{D60A6976-76AD-4AEB-A6ED-1291C9A69212}" destId="{114657DB-912B-4B69-BF78-17F636215D9F}" srcOrd="3" destOrd="0" presId="urn:microsoft.com/office/officeart/2005/8/layout/process1"/>
    <dgm:cxn modelId="{4A5BAC35-66EC-40C4-AD5D-47CF4628A21F}" type="presParOf" srcId="{114657DB-912B-4B69-BF78-17F636215D9F}" destId="{9C059815-2B2A-4BF6-8E5A-E417F0AC6EF3}" srcOrd="0" destOrd="0" presId="urn:microsoft.com/office/officeart/2005/8/layout/process1"/>
    <dgm:cxn modelId="{FF7704A3-B052-4309-9BEF-37F8FB51B548}" type="presParOf" srcId="{D60A6976-76AD-4AEB-A6ED-1291C9A69212}" destId="{889FB678-69D5-4EE5-B71F-EA3F6434E1F7}" srcOrd="4" destOrd="0" presId="urn:microsoft.com/office/officeart/2005/8/layout/process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A65BAFBE-976D-486E-A44D-2606F22E846F}" type="doc">
      <dgm:prSet loTypeId="urn:microsoft.com/office/officeart/2005/8/layout/lProcess2" loCatId="list" qsTypeId="urn:microsoft.com/office/officeart/2005/8/quickstyle/simple5" qsCatId="simple" csTypeId="urn:microsoft.com/office/officeart/2005/8/colors/colorful3" csCatId="colorful" phldr="1"/>
      <dgm:spPr/>
      <dgm:t>
        <a:bodyPr/>
        <a:lstStyle/>
        <a:p>
          <a:endParaRPr lang="fr-FR"/>
        </a:p>
      </dgm:t>
    </dgm:pt>
    <dgm:pt modelId="{BDE52EDA-84A1-45D4-849E-D655467CC9D1}">
      <dgm:prSet phldrT="[Texte]"/>
      <dgm:spPr/>
      <dgm:t>
        <a:bodyPr/>
        <a:lstStyle/>
        <a:p>
          <a:r>
            <a:rPr lang="fr-FR" dirty="0"/>
            <a:t>problèmes</a:t>
          </a:r>
        </a:p>
      </dgm:t>
    </dgm:pt>
    <dgm:pt modelId="{CD14BEFF-4580-4DA2-93A6-B4BB2B66D3CD}" type="parTrans" cxnId="{7CDA6C06-14E1-4917-BB80-B5F0E3FB8385}">
      <dgm:prSet/>
      <dgm:spPr/>
      <dgm:t>
        <a:bodyPr/>
        <a:lstStyle/>
        <a:p>
          <a:endParaRPr lang="fr-FR"/>
        </a:p>
      </dgm:t>
    </dgm:pt>
    <dgm:pt modelId="{60C54B79-EFB5-4A69-B2CC-E46809B6C074}" type="sibTrans" cxnId="{7CDA6C06-14E1-4917-BB80-B5F0E3FB8385}">
      <dgm:prSet/>
      <dgm:spPr/>
      <dgm:t>
        <a:bodyPr/>
        <a:lstStyle/>
        <a:p>
          <a:endParaRPr lang="fr-FR"/>
        </a:p>
      </dgm:t>
    </dgm:pt>
    <dgm:pt modelId="{5F195113-F48F-49A0-A874-AC59B7D6282B}">
      <dgm:prSet phldrT="[Texte]"/>
      <dgm:spPr/>
      <dgm:t>
        <a:bodyPr/>
        <a:lstStyle/>
        <a:p>
          <a:pPr>
            <a:buFont typeface="Times New Roman" panose="02020603050405020304" pitchFamily="18" charset="0"/>
            <a:buChar char="-"/>
          </a:pPr>
          <a:r>
            <a:rPr lang="fr-FR" dirty="0"/>
            <a:t>Manque de communication entre les différents départements.</a:t>
          </a:r>
        </a:p>
      </dgm:t>
    </dgm:pt>
    <dgm:pt modelId="{E4436A2A-A279-4362-9792-E154CF4C5987}" type="parTrans" cxnId="{5D9D0A7C-3E4B-4E15-ACB4-18C53644081B}">
      <dgm:prSet/>
      <dgm:spPr/>
      <dgm:t>
        <a:bodyPr/>
        <a:lstStyle/>
        <a:p>
          <a:endParaRPr lang="fr-FR"/>
        </a:p>
      </dgm:t>
    </dgm:pt>
    <dgm:pt modelId="{CA03FD35-2388-4B32-89C3-4DF1D517E5E0}" type="sibTrans" cxnId="{5D9D0A7C-3E4B-4E15-ACB4-18C53644081B}">
      <dgm:prSet/>
      <dgm:spPr/>
      <dgm:t>
        <a:bodyPr/>
        <a:lstStyle/>
        <a:p>
          <a:endParaRPr lang="fr-FR"/>
        </a:p>
      </dgm:t>
    </dgm:pt>
    <dgm:pt modelId="{001F1142-C6EC-4883-9FE7-4B1998B23887}">
      <dgm:prSet phldrT="[Texte]"/>
      <dgm:spPr/>
      <dgm:t>
        <a:bodyPr/>
        <a:lstStyle/>
        <a:p>
          <a:pPr>
            <a:buFont typeface="Times New Roman" panose="02020603050405020304" pitchFamily="18" charset="0"/>
            <a:buChar char="-"/>
          </a:pPr>
          <a:r>
            <a:rPr lang="fr-FR" dirty="0"/>
            <a:t>Malentendus</a:t>
          </a:r>
        </a:p>
      </dgm:t>
    </dgm:pt>
    <dgm:pt modelId="{EED641DA-9B9A-4B1B-B1F5-DB86D616FC22}" type="parTrans" cxnId="{B982385F-FA4F-49E1-AC63-257B713CB13E}">
      <dgm:prSet/>
      <dgm:spPr/>
      <dgm:t>
        <a:bodyPr/>
        <a:lstStyle/>
        <a:p>
          <a:endParaRPr lang="fr-FR"/>
        </a:p>
      </dgm:t>
    </dgm:pt>
    <dgm:pt modelId="{1DF4F959-6ABA-44C0-BC7F-00C7770568C3}" type="sibTrans" cxnId="{B982385F-FA4F-49E1-AC63-257B713CB13E}">
      <dgm:prSet/>
      <dgm:spPr/>
      <dgm:t>
        <a:bodyPr/>
        <a:lstStyle/>
        <a:p>
          <a:endParaRPr lang="fr-FR"/>
        </a:p>
      </dgm:t>
    </dgm:pt>
    <dgm:pt modelId="{598565C4-CCD8-4A8D-9705-B11E3B6C7954}">
      <dgm:prSet phldrT="[Texte]"/>
      <dgm:spPr/>
      <dgm:t>
        <a:bodyPr/>
        <a:lstStyle/>
        <a:p>
          <a:r>
            <a:rPr lang="fr-FR" dirty="0"/>
            <a:t>solutions</a:t>
          </a:r>
        </a:p>
      </dgm:t>
    </dgm:pt>
    <dgm:pt modelId="{CF8B955A-3439-44C2-B8CF-BCBB7EB0ED33}" type="parTrans" cxnId="{E3F5D298-74AA-4BC6-8ABA-CBA343D39C7B}">
      <dgm:prSet/>
      <dgm:spPr/>
      <dgm:t>
        <a:bodyPr/>
        <a:lstStyle/>
        <a:p>
          <a:endParaRPr lang="fr-FR"/>
        </a:p>
      </dgm:t>
    </dgm:pt>
    <dgm:pt modelId="{B765E0BD-6888-4781-B00F-5735C365982A}" type="sibTrans" cxnId="{E3F5D298-74AA-4BC6-8ABA-CBA343D39C7B}">
      <dgm:prSet/>
      <dgm:spPr/>
      <dgm:t>
        <a:bodyPr/>
        <a:lstStyle/>
        <a:p>
          <a:endParaRPr lang="fr-FR"/>
        </a:p>
      </dgm:t>
    </dgm:pt>
    <dgm:pt modelId="{E29973B8-6D8C-45D6-9095-2031BB7EF748}">
      <dgm:prSet phldrT="[Texte]"/>
      <dgm:spPr/>
      <dgm:t>
        <a:bodyPr/>
        <a:lstStyle/>
        <a:p>
          <a:r>
            <a:rPr lang="fr-FR" dirty="0"/>
            <a:t> faire des réunions au moins une fois par semaine</a:t>
          </a:r>
        </a:p>
      </dgm:t>
    </dgm:pt>
    <dgm:pt modelId="{4E2637C6-EC8C-4423-B815-B9E4961D8BD1}" type="parTrans" cxnId="{7FE17581-B713-4FE1-8D80-A575D3AF59B0}">
      <dgm:prSet/>
      <dgm:spPr/>
      <dgm:t>
        <a:bodyPr/>
        <a:lstStyle/>
        <a:p>
          <a:endParaRPr lang="fr-FR"/>
        </a:p>
      </dgm:t>
    </dgm:pt>
    <dgm:pt modelId="{3DE79E62-AB41-497E-8A7E-ED4A217AF0D2}" type="sibTrans" cxnId="{7FE17581-B713-4FE1-8D80-A575D3AF59B0}">
      <dgm:prSet/>
      <dgm:spPr/>
      <dgm:t>
        <a:bodyPr/>
        <a:lstStyle/>
        <a:p>
          <a:endParaRPr lang="fr-FR"/>
        </a:p>
      </dgm:t>
    </dgm:pt>
    <dgm:pt modelId="{23C5B7A7-A1BB-40ED-86D0-00127F47436E}">
      <dgm:prSet phldrT="[Texte]"/>
      <dgm:spPr/>
      <dgm:t>
        <a:bodyPr/>
        <a:lstStyle/>
        <a:p>
          <a:r>
            <a:rPr lang="fr-FR" dirty="0"/>
            <a:t>discuter des problèmes liés à chaque département</a:t>
          </a:r>
        </a:p>
      </dgm:t>
    </dgm:pt>
    <dgm:pt modelId="{0B2C07CB-322E-4A54-85FD-C516CB414A18}" type="parTrans" cxnId="{8023EF4A-B1D2-4707-A4C4-E29BCC8157FC}">
      <dgm:prSet/>
      <dgm:spPr/>
      <dgm:t>
        <a:bodyPr/>
        <a:lstStyle/>
        <a:p>
          <a:endParaRPr lang="fr-FR"/>
        </a:p>
      </dgm:t>
    </dgm:pt>
    <dgm:pt modelId="{BCC4FF5C-99C8-4B2D-8379-26F85CF092F8}" type="sibTrans" cxnId="{8023EF4A-B1D2-4707-A4C4-E29BCC8157FC}">
      <dgm:prSet/>
      <dgm:spPr/>
      <dgm:t>
        <a:bodyPr/>
        <a:lstStyle/>
        <a:p>
          <a:endParaRPr lang="fr-FR"/>
        </a:p>
      </dgm:t>
    </dgm:pt>
    <dgm:pt modelId="{B8C26135-7703-4268-9F32-C1B6ACF1767C}" type="pres">
      <dgm:prSet presAssocID="{A65BAFBE-976D-486E-A44D-2606F22E846F}" presName="theList" presStyleCnt="0">
        <dgm:presLayoutVars>
          <dgm:dir/>
          <dgm:animLvl val="lvl"/>
          <dgm:resizeHandles val="exact"/>
        </dgm:presLayoutVars>
      </dgm:prSet>
      <dgm:spPr/>
    </dgm:pt>
    <dgm:pt modelId="{FC20D34A-4CDD-4ABE-907B-8E0DDF8A06D3}" type="pres">
      <dgm:prSet presAssocID="{BDE52EDA-84A1-45D4-849E-D655467CC9D1}" presName="compNode" presStyleCnt="0"/>
      <dgm:spPr/>
    </dgm:pt>
    <dgm:pt modelId="{17237962-C3BC-4BED-BC8B-D2D060D7F751}" type="pres">
      <dgm:prSet presAssocID="{BDE52EDA-84A1-45D4-849E-D655467CC9D1}" presName="aNode" presStyleLbl="bgShp" presStyleIdx="0" presStyleCnt="2"/>
      <dgm:spPr/>
    </dgm:pt>
    <dgm:pt modelId="{94866621-3AB2-4AC6-A7A6-C2B9D5F495B5}" type="pres">
      <dgm:prSet presAssocID="{BDE52EDA-84A1-45D4-849E-D655467CC9D1}" presName="textNode" presStyleLbl="bgShp" presStyleIdx="0" presStyleCnt="2"/>
      <dgm:spPr/>
    </dgm:pt>
    <dgm:pt modelId="{CEB4480B-951E-4F0C-88F1-DFFEC5760067}" type="pres">
      <dgm:prSet presAssocID="{BDE52EDA-84A1-45D4-849E-D655467CC9D1}" presName="compChildNode" presStyleCnt="0"/>
      <dgm:spPr/>
    </dgm:pt>
    <dgm:pt modelId="{76FAB5C1-5BCB-4014-99DC-CFB7A17C253D}" type="pres">
      <dgm:prSet presAssocID="{BDE52EDA-84A1-45D4-849E-D655467CC9D1}" presName="theInnerList" presStyleCnt="0"/>
      <dgm:spPr/>
    </dgm:pt>
    <dgm:pt modelId="{D741CA86-3788-4C6D-916B-5CEBB03186C1}" type="pres">
      <dgm:prSet presAssocID="{5F195113-F48F-49A0-A874-AC59B7D6282B}" presName="childNode" presStyleLbl="node1" presStyleIdx="0" presStyleCnt="4">
        <dgm:presLayoutVars>
          <dgm:bulletEnabled val="1"/>
        </dgm:presLayoutVars>
      </dgm:prSet>
      <dgm:spPr/>
    </dgm:pt>
    <dgm:pt modelId="{2807F251-7D58-411F-A562-5658A3663106}" type="pres">
      <dgm:prSet presAssocID="{5F195113-F48F-49A0-A874-AC59B7D6282B}" presName="aSpace2" presStyleCnt="0"/>
      <dgm:spPr/>
    </dgm:pt>
    <dgm:pt modelId="{80C2C5C5-DECE-4F16-BFEC-5707B510CD87}" type="pres">
      <dgm:prSet presAssocID="{001F1142-C6EC-4883-9FE7-4B1998B23887}" presName="childNode" presStyleLbl="node1" presStyleIdx="1" presStyleCnt="4">
        <dgm:presLayoutVars>
          <dgm:bulletEnabled val="1"/>
        </dgm:presLayoutVars>
      </dgm:prSet>
      <dgm:spPr/>
    </dgm:pt>
    <dgm:pt modelId="{5907CCB5-E7CD-4915-8C46-B0ADF117006B}" type="pres">
      <dgm:prSet presAssocID="{BDE52EDA-84A1-45D4-849E-D655467CC9D1}" presName="aSpace" presStyleCnt="0"/>
      <dgm:spPr/>
    </dgm:pt>
    <dgm:pt modelId="{12661E2C-02CB-4E19-9702-D17BBD2DCAAD}" type="pres">
      <dgm:prSet presAssocID="{598565C4-CCD8-4A8D-9705-B11E3B6C7954}" presName="compNode" presStyleCnt="0"/>
      <dgm:spPr/>
    </dgm:pt>
    <dgm:pt modelId="{ECB89A7A-0B50-4641-896A-8C8B9E02C1D6}" type="pres">
      <dgm:prSet presAssocID="{598565C4-CCD8-4A8D-9705-B11E3B6C7954}" presName="aNode" presStyleLbl="bgShp" presStyleIdx="1" presStyleCnt="2"/>
      <dgm:spPr/>
    </dgm:pt>
    <dgm:pt modelId="{5D159F41-74C5-420B-ADE0-AA97774D7226}" type="pres">
      <dgm:prSet presAssocID="{598565C4-CCD8-4A8D-9705-B11E3B6C7954}" presName="textNode" presStyleLbl="bgShp" presStyleIdx="1" presStyleCnt="2"/>
      <dgm:spPr/>
    </dgm:pt>
    <dgm:pt modelId="{E3F56D0C-82C6-4B7D-B7FB-7CC71CCA9BBB}" type="pres">
      <dgm:prSet presAssocID="{598565C4-CCD8-4A8D-9705-B11E3B6C7954}" presName="compChildNode" presStyleCnt="0"/>
      <dgm:spPr/>
    </dgm:pt>
    <dgm:pt modelId="{5E9D0987-1472-466F-B6A7-3EDD525FCAB8}" type="pres">
      <dgm:prSet presAssocID="{598565C4-CCD8-4A8D-9705-B11E3B6C7954}" presName="theInnerList" presStyleCnt="0"/>
      <dgm:spPr/>
    </dgm:pt>
    <dgm:pt modelId="{C6B06FCF-331C-4334-9594-68725540AB84}" type="pres">
      <dgm:prSet presAssocID="{E29973B8-6D8C-45D6-9095-2031BB7EF748}" presName="childNode" presStyleLbl="node1" presStyleIdx="2" presStyleCnt="4">
        <dgm:presLayoutVars>
          <dgm:bulletEnabled val="1"/>
        </dgm:presLayoutVars>
      </dgm:prSet>
      <dgm:spPr/>
    </dgm:pt>
    <dgm:pt modelId="{BA234ABB-09DE-4879-A00C-9E51B05C234C}" type="pres">
      <dgm:prSet presAssocID="{E29973B8-6D8C-45D6-9095-2031BB7EF748}" presName="aSpace2" presStyleCnt="0"/>
      <dgm:spPr/>
    </dgm:pt>
    <dgm:pt modelId="{A07D3AC4-F17A-463B-9B93-09D551B2D931}" type="pres">
      <dgm:prSet presAssocID="{23C5B7A7-A1BB-40ED-86D0-00127F47436E}" presName="childNode" presStyleLbl="node1" presStyleIdx="3" presStyleCnt="4">
        <dgm:presLayoutVars>
          <dgm:bulletEnabled val="1"/>
        </dgm:presLayoutVars>
      </dgm:prSet>
      <dgm:spPr/>
    </dgm:pt>
  </dgm:ptLst>
  <dgm:cxnLst>
    <dgm:cxn modelId="{7CDA6C06-14E1-4917-BB80-B5F0E3FB8385}" srcId="{A65BAFBE-976D-486E-A44D-2606F22E846F}" destId="{BDE52EDA-84A1-45D4-849E-D655467CC9D1}" srcOrd="0" destOrd="0" parTransId="{CD14BEFF-4580-4DA2-93A6-B4BB2B66D3CD}" sibTransId="{60C54B79-EFB5-4A69-B2CC-E46809B6C074}"/>
    <dgm:cxn modelId="{B982385F-FA4F-49E1-AC63-257B713CB13E}" srcId="{BDE52EDA-84A1-45D4-849E-D655467CC9D1}" destId="{001F1142-C6EC-4883-9FE7-4B1998B23887}" srcOrd="1" destOrd="0" parTransId="{EED641DA-9B9A-4B1B-B1F5-DB86D616FC22}" sibTransId="{1DF4F959-6ABA-44C0-BC7F-00C7770568C3}"/>
    <dgm:cxn modelId="{8023EF4A-B1D2-4707-A4C4-E29BCC8157FC}" srcId="{598565C4-CCD8-4A8D-9705-B11E3B6C7954}" destId="{23C5B7A7-A1BB-40ED-86D0-00127F47436E}" srcOrd="1" destOrd="0" parTransId="{0B2C07CB-322E-4A54-85FD-C516CB414A18}" sibTransId="{BCC4FF5C-99C8-4B2D-8379-26F85CF092F8}"/>
    <dgm:cxn modelId="{19B07B50-F125-4F20-BDA9-0CEBC5289D52}" type="presOf" srcId="{BDE52EDA-84A1-45D4-849E-D655467CC9D1}" destId="{94866621-3AB2-4AC6-A7A6-C2B9D5F495B5}" srcOrd="1" destOrd="0" presId="urn:microsoft.com/office/officeart/2005/8/layout/lProcess2"/>
    <dgm:cxn modelId="{5D9D0A7C-3E4B-4E15-ACB4-18C53644081B}" srcId="{BDE52EDA-84A1-45D4-849E-D655467CC9D1}" destId="{5F195113-F48F-49A0-A874-AC59B7D6282B}" srcOrd="0" destOrd="0" parTransId="{E4436A2A-A279-4362-9792-E154CF4C5987}" sibTransId="{CA03FD35-2388-4B32-89C3-4DF1D517E5E0}"/>
    <dgm:cxn modelId="{7FE17581-B713-4FE1-8D80-A575D3AF59B0}" srcId="{598565C4-CCD8-4A8D-9705-B11E3B6C7954}" destId="{E29973B8-6D8C-45D6-9095-2031BB7EF748}" srcOrd="0" destOrd="0" parTransId="{4E2637C6-EC8C-4423-B815-B9E4961D8BD1}" sibTransId="{3DE79E62-AB41-497E-8A7E-ED4A217AF0D2}"/>
    <dgm:cxn modelId="{E4D6D483-F7E6-44AE-844A-BCD6B4C5FBF4}" type="presOf" srcId="{598565C4-CCD8-4A8D-9705-B11E3B6C7954}" destId="{ECB89A7A-0B50-4641-896A-8C8B9E02C1D6}" srcOrd="0" destOrd="0" presId="urn:microsoft.com/office/officeart/2005/8/layout/lProcess2"/>
    <dgm:cxn modelId="{E23F868F-FC31-40EC-A6BD-FA78E278FFDD}" type="presOf" srcId="{E29973B8-6D8C-45D6-9095-2031BB7EF748}" destId="{C6B06FCF-331C-4334-9594-68725540AB84}" srcOrd="0" destOrd="0" presId="urn:microsoft.com/office/officeart/2005/8/layout/lProcess2"/>
    <dgm:cxn modelId="{C688DB90-8CA3-4E92-A8FF-3221CEC0D9BE}" type="presOf" srcId="{BDE52EDA-84A1-45D4-849E-D655467CC9D1}" destId="{17237962-C3BC-4BED-BC8B-D2D060D7F751}" srcOrd="0" destOrd="0" presId="urn:microsoft.com/office/officeart/2005/8/layout/lProcess2"/>
    <dgm:cxn modelId="{97EE3F93-909E-4DDC-8DC2-555A13765C86}" type="presOf" srcId="{598565C4-CCD8-4A8D-9705-B11E3B6C7954}" destId="{5D159F41-74C5-420B-ADE0-AA97774D7226}" srcOrd="1" destOrd="0" presId="urn:microsoft.com/office/officeart/2005/8/layout/lProcess2"/>
    <dgm:cxn modelId="{E3F5D298-74AA-4BC6-8ABA-CBA343D39C7B}" srcId="{A65BAFBE-976D-486E-A44D-2606F22E846F}" destId="{598565C4-CCD8-4A8D-9705-B11E3B6C7954}" srcOrd="1" destOrd="0" parTransId="{CF8B955A-3439-44C2-B8CF-BCBB7EB0ED33}" sibTransId="{B765E0BD-6888-4781-B00F-5735C365982A}"/>
    <dgm:cxn modelId="{70D751B1-0A12-4C64-97AE-56EEF3E1C80B}" type="presOf" srcId="{23C5B7A7-A1BB-40ED-86D0-00127F47436E}" destId="{A07D3AC4-F17A-463B-9B93-09D551B2D931}" srcOrd="0" destOrd="0" presId="urn:microsoft.com/office/officeart/2005/8/layout/lProcess2"/>
    <dgm:cxn modelId="{A7F9C1C5-9988-42EC-979B-AE170F0AAB4F}" type="presOf" srcId="{5F195113-F48F-49A0-A874-AC59B7D6282B}" destId="{D741CA86-3788-4C6D-916B-5CEBB03186C1}" srcOrd="0" destOrd="0" presId="urn:microsoft.com/office/officeart/2005/8/layout/lProcess2"/>
    <dgm:cxn modelId="{37B93FCD-65E5-4CCB-B99B-45FC16A48D03}" type="presOf" srcId="{001F1142-C6EC-4883-9FE7-4B1998B23887}" destId="{80C2C5C5-DECE-4F16-BFEC-5707B510CD87}" srcOrd="0" destOrd="0" presId="urn:microsoft.com/office/officeart/2005/8/layout/lProcess2"/>
    <dgm:cxn modelId="{0F3591F8-427A-4E84-BA18-2C9D64EBF086}" type="presOf" srcId="{A65BAFBE-976D-486E-A44D-2606F22E846F}" destId="{B8C26135-7703-4268-9F32-C1B6ACF1767C}" srcOrd="0" destOrd="0" presId="urn:microsoft.com/office/officeart/2005/8/layout/lProcess2"/>
    <dgm:cxn modelId="{680A4B86-345A-46B8-96BC-FA60707606AC}" type="presParOf" srcId="{B8C26135-7703-4268-9F32-C1B6ACF1767C}" destId="{FC20D34A-4CDD-4ABE-907B-8E0DDF8A06D3}" srcOrd="0" destOrd="0" presId="urn:microsoft.com/office/officeart/2005/8/layout/lProcess2"/>
    <dgm:cxn modelId="{2CDC4566-FBE8-4137-AD0A-33776CA75BCC}" type="presParOf" srcId="{FC20D34A-4CDD-4ABE-907B-8E0DDF8A06D3}" destId="{17237962-C3BC-4BED-BC8B-D2D060D7F751}" srcOrd="0" destOrd="0" presId="urn:microsoft.com/office/officeart/2005/8/layout/lProcess2"/>
    <dgm:cxn modelId="{F21D231B-8336-4D24-98CC-3D50CD1ED54A}" type="presParOf" srcId="{FC20D34A-4CDD-4ABE-907B-8E0DDF8A06D3}" destId="{94866621-3AB2-4AC6-A7A6-C2B9D5F495B5}" srcOrd="1" destOrd="0" presId="urn:microsoft.com/office/officeart/2005/8/layout/lProcess2"/>
    <dgm:cxn modelId="{FCE1A745-A3A1-4FFC-82A1-D513BF922626}" type="presParOf" srcId="{FC20D34A-4CDD-4ABE-907B-8E0DDF8A06D3}" destId="{CEB4480B-951E-4F0C-88F1-DFFEC5760067}" srcOrd="2" destOrd="0" presId="urn:microsoft.com/office/officeart/2005/8/layout/lProcess2"/>
    <dgm:cxn modelId="{EAC14707-F948-4AE9-8527-A34EBABE0123}" type="presParOf" srcId="{CEB4480B-951E-4F0C-88F1-DFFEC5760067}" destId="{76FAB5C1-5BCB-4014-99DC-CFB7A17C253D}" srcOrd="0" destOrd="0" presId="urn:microsoft.com/office/officeart/2005/8/layout/lProcess2"/>
    <dgm:cxn modelId="{FBAEC7F5-F2AB-4221-8166-ECB04234A03C}" type="presParOf" srcId="{76FAB5C1-5BCB-4014-99DC-CFB7A17C253D}" destId="{D741CA86-3788-4C6D-916B-5CEBB03186C1}" srcOrd="0" destOrd="0" presId="urn:microsoft.com/office/officeart/2005/8/layout/lProcess2"/>
    <dgm:cxn modelId="{C094275A-979B-495A-A733-490D8E76637B}" type="presParOf" srcId="{76FAB5C1-5BCB-4014-99DC-CFB7A17C253D}" destId="{2807F251-7D58-411F-A562-5658A3663106}" srcOrd="1" destOrd="0" presId="urn:microsoft.com/office/officeart/2005/8/layout/lProcess2"/>
    <dgm:cxn modelId="{3F7BD275-8FF1-4971-ACEE-5816CE57E404}" type="presParOf" srcId="{76FAB5C1-5BCB-4014-99DC-CFB7A17C253D}" destId="{80C2C5C5-DECE-4F16-BFEC-5707B510CD87}" srcOrd="2" destOrd="0" presId="urn:microsoft.com/office/officeart/2005/8/layout/lProcess2"/>
    <dgm:cxn modelId="{96783018-C231-4C9F-A822-5C3BCCD6A553}" type="presParOf" srcId="{B8C26135-7703-4268-9F32-C1B6ACF1767C}" destId="{5907CCB5-E7CD-4915-8C46-B0ADF117006B}" srcOrd="1" destOrd="0" presId="urn:microsoft.com/office/officeart/2005/8/layout/lProcess2"/>
    <dgm:cxn modelId="{99BAD2C2-8CC0-4D7F-8CBE-85761E571B92}" type="presParOf" srcId="{B8C26135-7703-4268-9F32-C1B6ACF1767C}" destId="{12661E2C-02CB-4E19-9702-D17BBD2DCAAD}" srcOrd="2" destOrd="0" presId="urn:microsoft.com/office/officeart/2005/8/layout/lProcess2"/>
    <dgm:cxn modelId="{C4FC400A-6B85-4755-868F-A2E222E726C1}" type="presParOf" srcId="{12661E2C-02CB-4E19-9702-D17BBD2DCAAD}" destId="{ECB89A7A-0B50-4641-896A-8C8B9E02C1D6}" srcOrd="0" destOrd="0" presId="urn:microsoft.com/office/officeart/2005/8/layout/lProcess2"/>
    <dgm:cxn modelId="{55ACB483-F2A4-4BCC-9733-511A4C3A0C1B}" type="presParOf" srcId="{12661E2C-02CB-4E19-9702-D17BBD2DCAAD}" destId="{5D159F41-74C5-420B-ADE0-AA97774D7226}" srcOrd="1" destOrd="0" presId="urn:microsoft.com/office/officeart/2005/8/layout/lProcess2"/>
    <dgm:cxn modelId="{1118A69F-3B87-401F-8D95-2D24F4BF63CE}" type="presParOf" srcId="{12661E2C-02CB-4E19-9702-D17BBD2DCAAD}" destId="{E3F56D0C-82C6-4B7D-B7FB-7CC71CCA9BBB}" srcOrd="2" destOrd="0" presId="urn:microsoft.com/office/officeart/2005/8/layout/lProcess2"/>
    <dgm:cxn modelId="{E873EAB4-DA21-4877-B43D-AF4775025FA1}" type="presParOf" srcId="{E3F56D0C-82C6-4B7D-B7FB-7CC71CCA9BBB}" destId="{5E9D0987-1472-466F-B6A7-3EDD525FCAB8}" srcOrd="0" destOrd="0" presId="urn:microsoft.com/office/officeart/2005/8/layout/lProcess2"/>
    <dgm:cxn modelId="{CECB6587-3BA6-410D-94E7-DC01FA3CFEE4}" type="presParOf" srcId="{5E9D0987-1472-466F-B6A7-3EDD525FCAB8}" destId="{C6B06FCF-331C-4334-9594-68725540AB84}" srcOrd="0" destOrd="0" presId="urn:microsoft.com/office/officeart/2005/8/layout/lProcess2"/>
    <dgm:cxn modelId="{B47C0EBB-0C51-4FCB-AE9B-B479A770E158}" type="presParOf" srcId="{5E9D0987-1472-466F-B6A7-3EDD525FCAB8}" destId="{BA234ABB-09DE-4879-A00C-9E51B05C234C}" srcOrd="1" destOrd="0" presId="urn:microsoft.com/office/officeart/2005/8/layout/lProcess2"/>
    <dgm:cxn modelId="{657727BF-52B6-4E38-B669-B02AF59D75A3}" type="presParOf" srcId="{5E9D0987-1472-466F-B6A7-3EDD525FCAB8}" destId="{A07D3AC4-F17A-463B-9B93-09D551B2D931}" srcOrd="2"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B8502F6E-B163-41E1-B0B5-192532C6A6F3}" type="doc">
      <dgm:prSet loTypeId="urn:microsoft.com/office/officeart/2005/8/layout/lProcess2" loCatId="list" qsTypeId="urn:microsoft.com/office/officeart/2005/8/quickstyle/simple5" qsCatId="simple" csTypeId="urn:microsoft.com/office/officeart/2005/8/colors/colorful3" csCatId="colorful" phldr="1"/>
      <dgm:spPr/>
      <dgm:t>
        <a:bodyPr/>
        <a:lstStyle/>
        <a:p>
          <a:endParaRPr lang="fr-FR"/>
        </a:p>
      </dgm:t>
    </dgm:pt>
    <dgm:pt modelId="{8CB5D6D7-2E92-4244-836B-381D79B60665}">
      <dgm:prSet phldrT="[Texte]"/>
      <dgm:spPr/>
      <dgm:t>
        <a:bodyPr/>
        <a:lstStyle/>
        <a:p>
          <a:r>
            <a:rPr lang="fr-FR" dirty="0"/>
            <a:t>conflits</a:t>
          </a:r>
        </a:p>
      </dgm:t>
    </dgm:pt>
    <dgm:pt modelId="{BEB4BDF0-B590-4329-BCBA-097F408FA19C}" type="parTrans" cxnId="{538578D7-975F-4169-A104-96F8B8603064}">
      <dgm:prSet/>
      <dgm:spPr/>
      <dgm:t>
        <a:bodyPr/>
        <a:lstStyle/>
        <a:p>
          <a:endParaRPr lang="fr-FR"/>
        </a:p>
      </dgm:t>
    </dgm:pt>
    <dgm:pt modelId="{F411EA04-0C7D-471C-AF65-57E24D5449C5}" type="sibTrans" cxnId="{538578D7-975F-4169-A104-96F8B8603064}">
      <dgm:prSet/>
      <dgm:spPr/>
      <dgm:t>
        <a:bodyPr/>
        <a:lstStyle/>
        <a:p>
          <a:endParaRPr lang="fr-FR"/>
        </a:p>
      </dgm:t>
    </dgm:pt>
    <dgm:pt modelId="{AB488589-956E-4624-8A84-FDDBA4793D87}">
      <dgm:prSet phldrT="[Texte]"/>
      <dgm:spPr/>
      <dgm:t>
        <a:bodyPr/>
        <a:lstStyle/>
        <a:p>
          <a:r>
            <a:rPr lang="fr-FR" dirty="0"/>
            <a:t>La divergence entre les attentes du client et la réalité de l'expérience</a:t>
          </a:r>
        </a:p>
      </dgm:t>
    </dgm:pt>
    <dgm:pt modelId="{B84BBAF5-7601-4BD9-834B-3DBDC07D9422}" type="parTrans" cxnId="{F722037C-1926-4C48-B769-1A74595CCB07}">
      <dgm:prSet/>
      <dgm:spPr/>
      <dgm:t>
        <a:bodyPr/>
        <a:lstStyle/>
        <a:p>
          <a:endParaRPr lang="fr-FR"/>
        </a:p>
      </dgm:t>
    </dgm:pt>
    <dgm:pt modelId="{81BB1FBB-0DB9-4B66-B24A-09646E623EBB}" type="sibTrans" cxnId="{F722037C-1926-4C48-B769-1A74595CCB07}">
      <dgm:prSet/>
      <dgm:spPr/>
      <dgm:t>
        <a:bodyPr/>
        <a:lstStyle/>
        <a:p>
          <a:endParaRPr lang="fr-FR"/>
        </a:p>
      </dgm:t>
    </dgm:pt>
    <dgm:pt modelId="{7E902C9D-9A7A-4633-819D-CB90C8C0523C}">
      <dgm:prSet phldrT="[Texte]"/>
      <dgm:spPr/>
      <dgm:t>
        <a:bodyPr/>
        <a:lstStyle/>
        <a:p>
          <a:r>
            <a:rPr lang="fr-FR" dirty="0"/>
            <a:t>Les différences culturelles et linguistiques entre le personnel et la clientèle</a:t>
          </a:r>
        </a:p>
      </dgm:t>
    </dgm:pt>
    <dgm:pt modelId="{A3F5E4CD-99D9-4BF4-A9E1-A481DFC3D857}" type="parTrans" cxnId="{EC3BC4B9-16B8-4BDC-ABF3-711260783A75}">
      <dgm:prSet/>
      <dgm:spPr/>
      <dgm:t>
        <a:bodyPr/>
        <a:lstStyle/>
        <a:p>
          <a:endParaRPr lang="fr-FR"/>
        </a:p>
      </dgm:t>
    </dgm:pt>
    <dgm:pt modelId="{4BC323AA-44B9-42DE-91DD-18BC7DAD1109}" type="sibTrans" cxnId="{EC3BC4B9-16B8-4BDC-ABF3-711260783A75}">
      <dgm:prSet/>
      <dgm:spPr/>
      <dgm:t>
        <a:bodyPr/>
        <a:lstStyle/>
        <a:p>
          <a:endParaRPr lang="fr-FR"/>
        </a:p>
      </dgm:t>
    </dgm:pt>
    <dgm:pt modelId="{61602BDE-86B2-4DB4-98D9-5CC2D42CFB6C}">
      <dgm:prSet phldrT="[Texte]"/>
      <dgm:spPr/>
      <dgm:t>
        <a:bodyPr/>
        <a:lstStyle/>
        <a:p>
          <a:r>
            <a:rPr lang="fr-FR" dirty="0"/>
            <a:t>solutions</a:t>
          </a:r>
        </a:p>
      </dgm:t>
    </dgm:pt>
    <dgm:pt modelId="{B1713CD6-9E0F-4178-BD15-9C98F630E535}" type="parTrans" cxnId="{4F60BC0B-CE1B-4818-9B7D-8735F6F3E821}">
      <dgm:prSet/>
      <dgm:spPr/>
      <dgm:t>
        <a:bodyPr/>
        <a:lstStyle/>
        <a:p>
          <a:endParaRPr lang="fr-FR"/>
        </a:p>
      </dgm:t>
    </dgm:pt>
    <dgm:pt modelId="{AABBD7A8-2C8F-4E20-A2C8-F418E9D95A84}" type="sibTrans" cxnId="{4F60BC0B-CE1B-4818-9B7D-8735F6F3E821}">
      <dgm:prSet/>
      <dgm:spPr/>
      <dgm:t>
        <a:bodyPr/>
        <a:lstStyle/>
        <a:p>
          <a:endParaRPr lang="fr-FR"/>
        </a:p>
      </dgm:t>
    </dgm:pt>
    <dgm:pt modelId="{5D871D4E-876E-4E6F-9A7B-90ACA7CB9546}">
      <dgm:prSet phldrT="[Texte]"/>
      <dgm:spPr/>
      <dgm:t>
        <a:bodyPr/>
        <a:lstStyle/>
        <a:p>
          <a:r>
            <a:rPr lang="fr-FR" dirty="0"/>
            <a:t>une communication ouverte et empathique</a:t>
          </a:r>
        </a:p>
      </dgm:t>
    </dgm:pt>
    <dgm:pt modelId="{3F9B5821-8318-4443-9830-7042DA10D5BA}" type="parTrans" cxnId="{36D28A4D-6881-42C3-8DC1-4B42637D8EEA}">
      <dgm:prSet/>
      <dgm:spPr/>
      <dgm:t>
        <a:bodyPr/>
        <a:lstStyle/>
        <a:p>
          <a:endParaRPr lang="fr-FR"/>
        </a:p>
      </dgm:t>
    </dgm:pt>
    <dgm:pt modelId="{6BF28B42-90E1-44BD-8124-DD27505A3104}" type="sibTrans" cxnId="{36D28A4D-6881-42C3-8DC1-4B42637D8EEA}">
      <dgm:prSet/>
      <dgm:spPr/>
      <dgm:t>
        <a:bodyPr/>
        <a:lstStyle/>
        <a:p>
          <a:endParaRPr lang="fr-FR"/>
        </a:p>
      </dgm:t>
    </dgm:pt>
    <dgm:pt modelId="{BF932826-4B2C-413A-B8DA-454E31E76BD4}">
      <dgm:prSet phldrT="[Texte]"/>
      <dgm:spPr/>
      <dgm:t>
        <a:bodyPr/>
        <a:lstStyle/>
        <a:p>
          <a:r>
            <a:rPr lang="fr-FR" dirty="0"/>
            <a:t>formation du personnel sur les compétences en communication</a:t>
          </a:r>
        </a:p>
      </dgm:t>
    </dgm:pt>
    <dgm:pt modelId="{B4313AF7-D2BA-47C7-AE72-7397CA45BD83}" type="parTrans" cxnId="{EFF24330-BE9B-45F2-9DE9-CBDBBE9D27B3}">
      <dgm:prSet/>
      <dgm:spPr/>
      <dgm:t>
        <a:bodyPr/>
        <a:lstStyle/>
        <a:p>
          <a:endParaRPr lang="fr-FR"/>
        </a:p>
      </dgm:t>
    </dgm:pt>
    <dgm:pt modelId="{CDD4F8E3-C386-4C31-90F3-E7ACBB91DC45}" type="sibTrans" cxnId="{EFF24330-BE9B-45F2-9DE9-CBDBBE9D27B3}">
      <dgm:prSet/>
      <dgm:spPr/>
      <dgm:t>
        <a:bodyPr/>
        <a:lstStyle/>
        <a:p>
          <a:endParaRPr lang="fr-FR"/>
        </a:p>
      </dgm:t>
    </dgm:pt>
    <dgm:pt modelId="{96235B07-0701-4BA0-8ECD-1797E1E82DE9}" type="pres">
      <dgm:prSet presAssocID="{B8502F6E-B163-41E1-B0B5-192532C6A6F3}" presName="theList" presStyleCnt="0">
        <dgm:presLayoutVars>
          <dgm:dir/>
          <dgm:animLvl val="lvl"/>
          <dgm:resizeHandles val="exact"/>
        </dgm:presLayoutVars>
      </dgm:prSet>
      <dgm:spPr/>
    </dgm:pt>
    <dgm:pt modelId="{4ACB2495-72AB-4D06-814F-037D02B74DBE}" type="pres">
      <dgm:prSet presAssocID="{8CB5D6D7-2E92-4244-836B-381D79B60665}" presName="compNode" presStyleCnt="0"/>
      <dgm:spPr/>
    </dgm:pt>
    <dgm:pt modelId="{B32B11E9-E8CF-4D60-B705-BC8E9D8B5C08}" type="pres">
      <dgm:prSet presAssocID="{8CB5D6D7-2E92-4244-836B-381D79B60665}" presName="aNode" presStyleLbl="bgShp" presStyleIdx="0" presStyleCnt="2"/>
      <dgm:spPr/>
    </dgm:pt>
    <dgm:pt modelId="{274E7D81-626A-4B38-A345-9483741E4BB7}" type="pres">
      <dgm:prSet presAssocID="{8CB5D6D7-2E92-4244-836B-381D79B60665}" presName="textNode" presStyleLbl="bgShp" presStyleIdx="0" presStyleCnt="2"/>
      <dgm:spPr/>
    </dgm:pt>
    <dgm:pt modelId="{76937E4B-381F-44AC-B41B-5AEF7E5A9BEF}" type="pres">
      <dgm:prSet presAssocID="{8CB5D6D7-2E92-4244-836B-381D79B60665}" presName="compChildNode" presStyleCnt="0"/>
      <dgm:spPr/>
    </dgm:pt>
    <dgm:pt modelId="{79CF906A-BA3B-4511-9491-05C974365413}" type="pres">
      <dgm:prSet presAssocID="{8CB5D6D7-2E92-4244-836B-381D79B60665}" presName="theInnerList" presStyleCnt="0"/>
      <dgm:spPr/>
    </dgm:pt>
    <dgm:pt modelId="{73185AB2-B34A-4C90-BD9B-75E411459D49}" type="pres">
      <dgm:prSet presAssocID="{AB488589-956E-4624-8A84-FDDBA4793D87}" presName="childNode" presStyleLbl="node1" presStyleIdx="0" presStyleCnt="4">
        <dgm:presLayoutVars>
          <dgm:bulletEnabled val="1"/>
        </dgm:presLayoutVars>
      </dgm:prSet>
      <dgm:spPr/>
    </dgm:pt>
    <dgm:pt modelId="{C97075F6-324C-4B99-8AF7-737FB76D0359}" type="pres">
      <dgm:prSet presAssocID="{AB488589-956E-4624-8A84-FDDBA4793D87}" presName="aSpace2" presStyleCnt="0"/>
      <dgm:spPr/>
    </dgm:pt>
    <dgm:pt modelId="{CBEA41C1-5DFF-42C3-8470-2946DBA5482C}" type="pres">
      <dgm:prSet presAssocID="{7E902C9D-9A7A-4633-819D-CB90C8C0523C}" presName="childNode" presStyleLbl="node1" presStyleIdx="1" presStyleCnt="4">
        <dgm:presLayoutVars>
          <dgm:bulletEnabled val="1"/>
        </dgm:presLayoutVars>
      </dgm:prSet>
      <dgm:spPr/>
    </dgm:pt>
    <dgm:pt modelId="{C657712E-4B2D-4FD8-A18A-4AFFA7BA1454}" type="pres">
      <dgm:prSet presAssocID="{8CB5D6D7-2E92-4244-836B-381D79B60665}" presName="aSpace" presStyleCnt="0"/>
      <dgm:spPr/>
    </dgm:pt>
    <dgm:pt modelId="{B059A804-8034-49D5-B0F2-47CDDFCCD321}" type="pres">
      <dgm:prSet presAssocID="{61602BDE-86B2-4DB4-98D9-5CC2D42CFB6C}" presName="compNode" presStyleCnt="0"/>
      <dgm:spPr/>
    </dgm:pt>
    <dgm:pt modelId="{51F1C45F-53D5-470D-998A-63157A390310}" type="pres">
      <dgm:prSet presAssocID="{61602BDE-86B2-4DB4-98D9-5CC2D42CFB6C}" presName="aNode" presStyleLbl="bgShp" presStyleIdx="1" presStyleCnt="2"/>
      <dgm:spPr/>
    </dgm:pt>
    <dgm:pt modelId="{2F0BB2D2-4E6A-4D1D-A4CC-7D433657DF01}" type="pres">
      <dgm:prSet presAssocID="{61602BDE-86B2-4DB4-98D9-5CC2D42CFB6C}" presName="textNode" presStyleLbl="bgShp" presStyleIdx="1" presStyleCnt="2"/>
      <dgm:spPr/>
    </dgm:pt>
    <dgm:pt modelId="{C7267251-5D49-479D-B110-D92DA855AED0}" type="pres">
      <dgm:prSet presAssocID="{61602BDE-86B2-4DB4-98D9-5CC2D42CFB6C}" presName="compChildNode" presStyleCnt="0"/>
      <dgm:spPr/>
    </dgm:pt>
    <dgm:pt modelId="{A889A2FA-C8DA-44E3-8535-39CF75B4CA71}" type="pres">
      <dgm:prSet presAssocID="{61602BDE-86B2-4DB4-98D9-5CC2D42CFB6C}" presName="theInnerList" presStyleCnt="0"/>
      <dgm:spPr/>
    </dgm:pt>
    <dgm:pt modelId="{896AFF0D-50BE-43A3-8973-57C89B5BC61B}" type="pres">
      <dgm:prSet presAssocID="{5D871D4E-876E-4E6F-9A7B-90ACA7CB9546}" presName="childNode" presStyleLbl="node1" presStyleIdx="2" presStyleCnt="4">
        <dgm:presLayoutVars>
          <dgm:bulletEnabled val="1"/>
        </dgm:presLayoutVars>
      </dgm:prSet>
      <dgm:spPr/>
    </dgm:pt>
    <dgm:pt modelId="{76D04BDF-7CB8-4909-9079-98DAD7E1895F}" type="pres">
      <dgm:prSet presAssocID="{5D871D4E-876E-4E6F-9A7B-90ACA7CB9546}" presName="aSpace2" presStyleCnt="0"/>
      <dgm:spPr/>
    </dgm:pt>
    <dgm:pt modelId="{E28A922B-6F72-4FA8-8E62-F858D7407555}" type="pres">
      <dgm:prSet presAssocID="{BF932826-4B2C-413A-B8DA-454E31E76BD4}" presName="childNode" presStyleLbl="node1" presStyleIdx="3" presStyleCnt="4">
        <dgm:presLayoutVars>
          <dgm:bulletEnabled val="1"/>
        </dgm:presLayoutVars>
      </dgm:prSet>
      <dgm:spPr/>
    </dgm:pt>
  </dgm:ptLst>
  <dgm:cxnLst>
    <dgm:cxn modelId="{4F60BC0B-CE1B-4818-9B7D-8735F6F3E821}" srcId="{B8502F6E-B163-41E1-B0B5-192532C6A6F3}" destId="{61602BDE-86B2-4DB4-98D9-5CC2D42CFB6C}" srcOrd="1" destOrd="0" parTransId="{B1713CD6-9E0F-4178-BD15-9C98F630E535}" sibTransId="{AABBD7A8-2C8F-4E20-A2C8-F418E9D95A84}"/>
    <dgm:cxn modelId="{31C7830D-9F1A-4E82-AA03-EF36C7FA01E2}" type="presOf" srcId="{5D871D4E-876E-4E6F-9A7B-90ACA7CB9546}" destId="{896AFF0D-50BE-43A3-8973-57C89B5BC61B}" srcOrd="0" destOrd="0" presId="urn:microsoft.com/office/officeart/2005/8/layout/lProcess2"/>
    <dgm:cxn modelId="{5001E425-F296-41BC-B208-8054FF9A45AD}" type="presOf" srcId="{8CB5D6D7-2E92-4244-836B-381D79B60665}" destId="{274E7D81-626A-4B38-A345-9483741E4BB7}" srcOrd="1" destOrd="0" presId="urn:microsoft.com/office/officeart/2005/8/layout/lProcess2"/>
    <dgm:cxn modelId="{025C2630-6A41-4C19-A716-1A9BC55ED891}" type="presOf" srcId="{8CB5D6D7-2E92-4244-836B-381D79B60665}" destId="{B32B11E9-E8CF-4D60-B705-BC8E9D8B5C08}" srcOrd="0" destOrd="0" presId="urn:microsoft.com/office/officeart/2005/8/layout/lProcess2"/>
    <dgm:cxn modelId="{EFF24330-BE9B-45F2-9DE9-CBDBBE9D27B3}" srcId="{61602BDE-86B2-4DB4-98D9-5CC2D42CFB6C}" destId="{BF932826-4B2C-413A-B8DA-454E31E76BD4}" srcOrd="1" destOrd="0" parTransId="{B4313AF7-D2BA-47C7-AE72-7397CA45BD83}" sibTransId="{CDD4F8E3-C386-4C31-90F3-E7ACBB91DC45}"/>
    <dgm:cxn modelId="{36D28A4D-6881-42C3-8DC1-4B42637D8EEA}" srcId="{61602BDE-86B2-4DB4-98D9-5CC2D42CFB6C}" destId="{5D871D4E-876E-4E6F-9A7B-90ACA7CB9546}" srcOrd="0" destOrd="0" parTransId="{3F9B5821-8318-4443-9830-7042DA10D5BA}" sibTransId="{6BF28B42-90E1-44BD-8124-DD27505A3104}"/>
    <dgm:cxn modelId="{F9709950-7D78-42D8-8559-994D104EDC89}" type="presOf" srcId="{61602BDE-86B2-4DB4-98D9-5CC2D42CFB6C}" destId="{2F0BB2D2-4E6A-4D1D-A4CC-7D433657DF01}" srcOrd="1" destOrd="0" presId="urn:microsoft.com/office/officeart/2005/8/layout/lProcess2"/>
    <dgm:cxn modelId="{31CCE872-9B0C-478E-85C7-510CE6E77876}" type="presOf" srcId="{B8502F6E-B163-41E1-B0B5-192532C6A6F3}" destId="{96235B07-0701-4BA0-8ECD-1797E1E82DE9}" srcOrd="0" destOrd="0" presId="urn:microsoft.com/office/officeart/2005/8/layout/lProcess2"/>
    <dgm:cxn modelId="{8CCCBB59-6964-4EF4-A0C8-626A48BCDAB5}" type="presOf" srcId="{61602BDE-86B2-4DB4-98D9-5CC2D42CFB6C}" destId="{51F1C45F-53D5-470D-998A-63157A390310}" srcOrd="0" destOrd="0" presId="urn:microsoft.com/office/officeart/2005/8/layout/lProcess2"/>
    <dgm:cxn modelId="{F722037C-1926-4C48-B769-1A74595CCB07}" srcId="{8CB5D6D7-2E92-4244-836B-381D79B60665}" destId="{AB488589-956E-4624-8A84-FDDBA4793D87}" srcOrd="0" destOrd="0" parTransId="{B84BBAF5-7601-4BD9-834B-3DBDC07D9422}" sibTransId="{81BB1FBB-0DB9-4B66-B24A-09646E623EBB}"/>
    <dgm:cxn modelId="{D105B5A0-9A4D-410A-BFFA-C40249F1AC1B}" type="presOf" srcId="{BF932826-4B2C-413A-B8DA-454E31E76BD4}" destId="{E28A922B-6F72-4FA8-8E62-F858D7407555}" srcOrd="0" destOrd="0" presId="urn:microsoft.com/office/officeart/2005/8/layout/lProcess2"/>
    <dgm:cxn modelId="{05360BB9-DB58-49D8-BD2B-368EB713AB2D}" type="presOf" srcId="{7E902C9D-9A7A-4633-819D-CB90C8C0523C}" destId="{CBEA41C1-5DFF-42C3-8470-2946DBA5482C}" srcOrd="0" destOrd="0" presId="urn:microsoft.com/office/officeart/2005/8/layout/lProcess2"/>
    <dgm:cxn modelId="{EC3BC4B9-16B8-4BDC-ABF3-711260783A75}" srcId="{8CB5D6D7-2E92-4244-836B-381D79B60665}" destId="{7E902C9D-9A7A-4633-819D-CB90C8C0523C}" srcOrd="1" destOrd="0" parTransId="{A3F5E4CD-99D9-4BF4-A9E1-A481DFC3D857}" sibTransId="{4BC323AA-44B9-42DE-91DD-18BC7DAD1109}"/>
    <dgm:cxn modelId="{690098D6-8840-4707-BA3C-7F782D3E4141}" type="presOf" srcId="{AB488589-956E-4624-8A84-FDDBA4793D87}" destId="{73185AB2-B34A-4C90-BD9B-75E411459D49}" srcOrd="0" destOrd="0" presId="urn:microsoft.com/office/officeart/2005/8/layout/lProcess2"/>
    <dgm:cxn modelId="{538578D7-975F-4169-A104-96F8B8603064}" srcId="{B8502F6E-B163-41E1-B0B5-192532C6A6F3}" destId="{8CB5D6D7-2E92-4244-836B-381D79B60665}" srcOrd="0" destOrd="0" parTransId="{BEB4BDF0-B590-4329-BCBA-097F408FA19C}" sibTransId="{F411EA04-0C7D-471C-AF65-57E24D5449C5}"/>
    <dgm:cxn modelId="{6B697F67-C9F1-43ED-BE15-6D6623D343C3}" type="presParOf" srcId="{96235B07-0701-4BA0-8ECD-1797E1E82DE9}" destId="{4ACB2495-72AB-4D06-814F-037D02B74DBE}" srcOrd="0" destOrd="0" presId="urn:microsoft.com/office/officeart/2005/8/layout/lProcess2"/>
    <dgm:cxn modelId="{A906132C-25DC-455E-8F03-D780232A705F}" type="presParOf" srcId="{4ACB2495-72AB-4D06-814F-037D02B74DBE}" destId="{B32B11E9-E8CF-4D60-B705-BC8E9D8B5C08}" srcOrd="0" destOrd="0" presId="urn:microsoft.com/office/officeart/2005/8/layout/lProcess2"/>
    <dgm:cxn modelId="{A2284809-1E49-480D-BF35-671ECB1CF561}" type="presParOf" srcId="{4ACB2495-72AB-4D06-814F-037D02B74DBE}" destId="{274E7D81-626A-4B38-A345-9483741E4BB7}" srcOrd="1" destOrd="0" presId="urn:microsoft.com/office/officeart/2005/8/layout/lProcess2"/>
    <dgm:cxn modelId="{837ED93C-F7B5-42ED-9BB4-91EB74BFFD2E}" type="presParOf" srcId="{4ACB2495-72AB-4D06-814F-037D02B74DBE}" destId="{76937E4B-381F-44AC-B41B-5AEF7E5A9BEF}" srcOrd="2" destOrd="0" presId="urn:microsoft.com/office/officeart/2005/8/layout/lProcess2"/>
    <dgm:cxn modelId="{20A0C33B-84AF-4FC3-9583-E9AA9ABBCE7A}" type="presParOf" srcId="{76937E4B-381F-44AC-B41B-5AEF7E5A9BEF}" destId="{79CF906A-BA3B-4511-9491-05C974365413}" srcOrd="0" destOrd="0" presId="urn:microsoft.com/office/officeart/2005/8/layout/lProcess2"/>
    <dgm:cxn modelId="{A9A9D84A-9A77-4B6B-B0BD-CBE49D82939C}" type="presParOf" srcId="{79CF906A-BA3B-4511-9491-05C974365413}" destId="{73185AB2-B34A-4C90-BD9B-75E411459D49}" srcOrd="0" destOrd="0" presId="urn:microsoft.com/office/officeart/2005/8/layout/lProcess2"/>
    <dgm:cxn modelId="{876A19F4-337D-4903-A3D9-F51316B51981}" type="presParOf" srcId="{79CF906A-BA3B-4511-9491-05C974365413}" destId="{C97075F6-324C-4B99-8AF7-737FB76D0359}" srcOrd="1" destOrd="0" presId="urn:microsoft.com/office/officeart/2005/8/layout/lProcess2"/>
    <dgm:cxn modelId="{76946795-290D-48A1-AE7D-B34BF374A00A}" type="presParOf" srcId="{79CF906A-BA3B-4511-9491-05C974365413}" destId="{CBEA41C1-5DFF-42C3-8470-2946DBA5482C}" srcOrd="2" destOrd="0" presId="urn:microsoft.com/office/officeart/2005/8/layout/lProcess2"/>
    <dgm:cxn modelId="{CA0CA873-1514-4F2F-930E-A33A536F67D5}" type="presParOf" srcId="{96235B07-0701-4BA0-8ECD-1797E1E82DE9}" destId="{C657712E-4B2D-4FD8-A18A-4AFFA7BA1454}" srcOrd="1" destOrd="0" presId="urn:microsoft.com/office/officeart/2005/8/layout/lProcess2"/>
    <dgm:cxn modelId="{61650F53-F255-4843-B44B-ACBAC3FF2611}" type="presParOf" srcId="{96235B07-0701-4BA0-8ECD-1797E1E82DE9}" destId="{B059A804-8034-49D5-B0F2-47CDDFCCD321}" srcOrd="2" destOrd="0" presId="urn:microsoft.com/office/officeart/2005/8/layout/lProcess2"/>
    <dgm:cxn modelId="{509A2284-BD38-42E4-9FF5-D73B4DC5C0A2}" type="presParOf" srcId="{B059A804-8034-49D5-B0F2-47CDDFCCD321}" destId="{51F1C45F-53D5-470D-998A-63157A390310}" srcOrd="0" destOrd="0" presId="urn:microsoft.com/office/officeart/2005/8/layout/lProcess2"/>
    <dgm:cxn modelId="{2EFF265C-0A13-404F-830E-294BF3093E74}" type="presParOf" srcId="{B059A804-8034-49D5-B0F2-47CDDFCCD321}" destId="{2F0BB2D2-4E6A-4D1D-A4CC-7D433657DF01}" srcOrd="1" destOrd="0" presId="urn:microsoft.com/office/officeart/2005/8/layout/lProcess2"/>
    <dgm:cxn modelId="{B075BF9A-32AB-4922-900A-C2A8166F0740}" type="presParOf" srcId="{B059A804-8034-49D5-B0F2-47CDDFCCD321}" destId="{C7267251-5D49-479D-B110-D92DA855AED0}" srcOrd="2" destOrd="0" presId="urn:microsoft.com/office/officeart/2005/8/layout/lProcess2"/>
    <dgm:cxn modelId="{A28075A0-610F-4670-A18D-00B9A889A6D0}" type="presParOf" srcId="{C7267251-5D49-479D-B110-D92DA855AED0}" destId="{A889A2FA-C8DA-44E3-8535-39CF75B4CA71}" srcOrd="0" destOrd="0" presId="urn:microsoft.com/office/officeart/2005/8/layout/lProcess2"/>
    <dgm:cxn modelId="{EDE51BBE-7FE3-4EC5-BCC5-76F6644856E0}" type="presParOf" srcId="{A889A2FA-C8DA-44E3-8535-39CF75B4CA71}" destId="{896AFF0D-50BE-43A3-8973-57C89B5BC61B}" srcOrd="0" destOrd="0" presId="urn:microsoft.com/office/officeart/2005/8/layout/lProcess2"/>
    <dgm:cxn modelId="{8FD8603E-5DD8-4927-BD7E-4883D13172C7}" type="presParOf" srcId="{A889A2FA-C8DA-44E3-8535-39CF75B4CA71}" destId="{76D04BDF-7CB8-4909-9079-98DAD7E1895F}" srcOrd="1" destOrd="0" presId="urn:microsoft.com/office/officeart/2005/8/layout/lProcess2"/>
    <dgm:cxn modelId="{36168FED-3FCA-4C53-9E96-E08214AA0603}" type="presParOf" srcId="{A889A2FA-C8DA-44E3-8535-39CF75B4CA71}" destId="{E28A922B-6F72-4FA8-8E62-F858D7407555}" srcOrd="2"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AEB5A842-3432-48E9-9DA5-5DABC310C339}" type="doc">
      <dgm:prSet loTypeId="urn:microsoft.com/office/officeart/2005/8/layout/default" loCatId="list" qsTypeId="urn:microsoft.com/office/officeart/2005/8/quickstyle/simple5" qsCatId="simple" csTypeId="urn:microsoft.com/office/officeart/2005/8/colors/colorful3" csCatId="colorful" phldr="1"/>
      <dgm:spPr/>
      <dgm:t>
        <a:bodyPr/>
        <a:lstStyle/>
        <a:p>
          <a:endParaRPr lang="fr-FR"/>
        </a:p>
      </dgm:t>
    </dgm:pt>
    <dgm:pt modelId="{9980F6D7-79FA-488E-ABAA-37347FBCEBB9}">
      <dgm:prSet phldrT="[Texte]"/>
      <dgm:spPr/>
      <dgm:t>
        <a:bodyPr/>
        <a:lstStyle/>
        <a:p>
          <a:r>
            <a:rPr lang="fr-FR" dirty="0"/>
            <a:t>La transparence</a:t>
          </a:r>
        </a:p>
      </dgm:t>
    </dgm:pt>
    <dgm:pt modelId="{520CABC6-6713-4503-86F7-57E6DAF51AD1}" type="parTrans" cxnId="{DAD699A7-4AAF-482A-BE6D-0A4DE4DF4D37}">
      <dgm:prSet/>
      <dgm:spPr/>
      <dgm:t>
        <a:bodyPr/>
        <a:lstStyle/>
        <a:p>
          <a:endParaRPr lang="fr-FR"/>
        </a:p>
      </dgm:t>
    </dgm:pt>
    <dgm:pt modelId="{160B3384-8F2E-4533-BC1B-EDACEE0367B2}" type="sibTrans" cxnId="{DAD699A7-4AAF-482A-BE6D-0A4DE4DF4D37}">
      <dgm:prSet/>
      <dgm:spPr/>
      <dgm:t>
        <a:bodyPr/>
        <a:lstStyle/>
        <a:p>
          <a:endParaRPr lang="fr-FR"/>
        </a:p>
      </dgm:t>
    </dgm:pt>
    <dgm:pt modelId="{6F68CFB3-C8C9-4496-9E87-608250B63301}">
      <dgm:prSet phldrT="[Texte]"/>
      <dgm:spPr/>
      <dgm:t>
        <a:bodyPr/>
        <a:lstStyle/>
        <a:p>
          <a:r>
            <a:rPr lang="fr-FR" dirty="0"/>
            <a:t>L'Inbound </a:t>
          </a:r>
          <a:r>
            <a:rPr lang="fr-FR" dirty="0" err="1"/>
            <a:t>Mindset</a:t>
          </a:r>
          <a:endParaRPr lang="fr-FR" dirty="0"/>
        </a:p>
      </dgm:t>
    </dgm:pt>
    <dgm:pt modelId="{0874331E-BECD-4179-82C5-12BF583FEFC3}" type="parTrans" cxnId="{6AC9ABA5-E763-4A48-A735-EDA9C7308106}">
      <dgm:prSet/>
      <dgm:spPr/>
      <dgm:t>
        <a:bodyPr/>
        <a:lstStyle/>
        <a:p>
          <a:endParaRPr lang="fr-FR"/>
        </a:p>
      </dgm:t>
    </dgm:pt>
    <dgm:pt modelId="{35A6E9D3-E71C-4B13-8D12-30ACC7733216}" type="sibTrans" cxnId="{6AC9ABA5-E763-4A48-A735-EDA9C7308106}">
      <dgm:prSet/>
      <dgm:spPr/>
      <dgm:t>
        <a:bodyPr/>
        <a:lstStyle/>
        <a:p>
          <a:endParaRPr lang="fr-FR"/>
        </a:p>
      </dgm:t>
    </dgm:pt>
    <dgm:pt modelId="{F83A8684-F008-41D0-ABFA-C30D623F2D6C}">
      <dgm:prSet phldrT="[Texte]"/>
      <dgm:spPr/>
      <dgm:t>
        <a:bodyPr/>
        <a:lstStyle/>
        <a:p>
          <a:r>
            <a:rPr lang="fr-FR" dirty="0"/>
            <a:t>Culture de l'apprentissage</a:t>
          </a:r>
        </a:p>
      </dgm:t>
    </dgm:pt>
    <dgm:pt modelId="{08A3D1CA-A638-4502-8777-0951E7ADDED7}" type="parTrans" cxnId="{DC6B6C1C-BC54-4056-AFDE-11D007C2B13F}">
      <dgm:prSet/>
      <dgm:spPr/>
      <dgm:t>
        <a:bodyPr/>
        <a:lstStyle/>
        <a:p>
          <a:endParaRPr lang="fr-FR"/>
        </a:p>
      </dgm:t>
    </dgm:pt>
    <dgm:pt modelId="{7BFF27E6-23AE-4B70-B017-28DE99EF5063}" type="sibTrans" cxnId="{DC6B6C1C-BC54-4056-AFDE-11D007C2B13F}">
      <dgm:prSet/>
      <dgm:spPr/>
      <dgm:t>
        <a:bodyPr/>
        <a:lstStyle/>
        <a:p>
          <a:endParaRPr lang="fr-FR"/>
        </a:p>
      </dgm:t>
    </dgm:pt>
    <dgm:pt modelId="{D806B2F1-93A8-49E3-94A5-B230CDB9301E}">
      <dgm:prSet phldrT="[Texte]"/>
      <dgm:spPr/>
      <dgm:t>
        <a:bodyPr/>
        <a:lstStyle/>
        <a:p>
          <a:r>
            <a:rPr lang="fr-FR" dirty="0"/>
            <a:t>Environnement collaboratif</a:t>
          </a:r>
        </a:p>
      </dgm:t>
    </dgm:pt>
    <dgm:pt modelId="{27ACF306-72D0-4C0B-ACEC-C1972F6BD701}" type="parTrans" cxnId="{6B7257F7-EA78-44D8-B7F3-E1CB3C06FAF1}">
      <dgm:prSet/>
      <dgm:spPr/>
      <dgm:t>
        <a:bodyPr/>
        <a:lstStyle/>
        <a:p>
          <a:endParaRPr lang="fr-FR"/>
        </a:p>
      </dgm:t>
    </dgm:pt>
    <dgm:pt modelId="{D2DA2852-63AD-4859-BD43-605956F022A0}" type="sibTrans" cxnId="{6B7257F7-EA78-44D8-B7F3-E1CB3C06FAF1}">
      <dgm:prSet/>
      <dgm:spPr/>
      <dgm:t>
        <a:bodyPr/>
        <a:lstStyle/>
        <a:p>
          <a:endParaRPr lang="fr-FR"/>
        </a:p>
      </dgm:t>
    </dgm:pt>
    <dgm:pt modelId="{8C6F7D0A-0214-4E90-9516-77EF6DC41ED7}" type="pres">
      <dgm:prSet presAssocID="{AEB5A842-3432-48E9-9DA5-5DABC310C339}" presName="diagram" presStyleCnt="0">
        <dgm:presLayoutVars>
          <dgm:dir/>
          <dgm:resizeHandles val="exact"/>
        </dgm:presLayoutVars>
      </dgm:prSet>
      <dgm:spPr/>
    </dgm:pt>
    <dgm:pt modelId="{132A49D0-18C0-42B2-B7B9-F4D96E191789}" type="pres">
      <dgm:prSet presAssocID="{9980F6D7-79FA-488E-ABAA-37347FBCEBB9}" presName="node" presStyleLbl="node1" presStyleIdx="0" presStyleCnt="4">
        <dgm:presLayoutVars>
          <dgm:bulletEnabled val="1"/>
        </dgm:presLayoutVars>
      </dgm:prSet>
      <dgm:spPr/>
    </dgm:pt>
    <dgm:pt modelId="{02A59FF8-A154-494D-BE48-D38C266C895D}" type="pres">
      <dgm:prSet presAssocID="{160B3384-8F2E-4533-BC1B-EDACEE0367B2}" presName="sibTrans" presStyleCnt="0"/>
      <dgm:spPr/>
    </dgm:pt>
    <dgm:pt modelId="{D10AD09B-20BA-433D-A989-2C2B71313DD2}" type="pres">
      <dgm:prSet presAssocID="{6F68CFB3-C8C9-4496-9E87-608250B63301}" presName="node" presStyleLbl="node1" presStyleIdx="1" presStyleCnt="4">
        <dgm:presLayoutVars>
          <dgm:bulletEnabled val="1"/>
        </dgm:presLayoutVars>
      </dgm:prSet>
      <dgm:spPr/>
    </dgm:pt>
    <dgm:pt modelId="{D951DFF1-9BBD-4A73-9385-89CA633C2673}" type="pres">
      <dgm:prSet presAssocID="{35A6E9D3-E71C-4B13-8D12-30ACC7733216}" presName="sibTrans" presStyleCnt="0"/>
      <dgm:spPr/>
    </dgm:pt>
    <dgm:pt modelId="{A61D1960-BC31-4F0A-B9FF-2968AF18ADD4}" type="pres">
      <dgm:prSet presAssocID="{F83A8684-F008-41D0-ABFA-C30D623F2D6C}" presName="node" presStyleLbl="node1" presStyleIdx="2" presStyleCnt="4">
        <dgm:presLayoutVars>
          <dgm:bulletEnabled val="1"/>
        </dgm:presLayoutVars>
      </dgm:prSet>
      <dgm:spPr/>
    </dgm:pt>
    <dgm:pt modelId="{914FAC90-0C92-41CC-BEE6-EDA7F9024CB5}" type="pres">
      <dgm:prSet presAssocID="{7BFF27E6-23AE-4B70-B017-28DE99EF5063}" presName="sibTrans" presStyleCnt="0"/>
      <dgm:spPr/>
    </dgm:pt>
    <dgm:pt modelId="{0DDE8DC8-51F7-4F2C-8A5A-233D4E0E97FB}" type="pres">
      <dgm:prSet presAssocID="{D806B2F1-93A8-49E3-94A5-B230CDB9301E}" presName="node" presStyleLbl="node1" presStyleIdx="3" presStyleCnt="4">
        <dgm:presLayoutVars>
          <dgm:bulletEnabled val="1"/>
        </dgm:presLayoutVars>
      </dgm:prSet>
      <dgm:spPr/>
    </dgm:pt>
  </dgm:ptLst>
  <dgm:cxnLst>
    <dgm:cxn modelId="{DC6B6C1C-BC54-4056-AFDE-11D007C2B13F}" srcId="{AEB5A842-3432-48E9-9DA5-5DABC310C339}" destId="{F83A8684-F008-41D0-ABFA-C30D623F2D6C}" srcOrd="2" destOrd="0" parTransId="{08A3D1CA-A638-4502-8777-0951E7ADDED7}" sibTransId="{7BFF27E6-23AE-4B70-B017-28DE99EF5063}"/>
    <dgm:cxn modelId="{FD113A57-6017-4788-BE92-EAB4DD6528C2}" type="presOf" srcId="{D806B2F1-93A8-49E3-94A5-B230CDB9301E}" destId="{0DDE8DC8-51F7-4F2C-8A5A-233D4E0E97FB}" srcOrd="0" destOrd="0" presId="urn:microsoft.com/office/officeart/2005/8/layout/default"/>
    <dgm:cxn modelId="{75E94987-AFB9-486A-9598-ADF24F8AF147}" type="presOf" srcId="{9980F6D7-79FA-488E-ABAA-37347FBCEBB9}" destId="{132A49D0-18C0-42B2-B7B9-F4D96E191789}" srcOrd="0" destOrd="0" presId="urn:microsoft.com/office/officeart/2005/8/layout/default"/>
    <dgm:cxn modelId="{53639D9A-2A46-4D5E-92B1-E096B701208C}" type="presOf" srcId="{6F68CFB3-C8C9-4496-9E87-608250B63301}" destId="{D10AD09B-20BA-433D-A989-2C2B71313DD2}" srcOrd="0" destOrd="0" presId="urn:microsoft.com/office/officeart/2005/8/layout/default"/>
    <dgm:cxn modelId="{6AC9ABA5-E763-4A48-A735-EDA9C7308106}" srcId="{AEB5A842-3432-48E9-9DA5-5DABC310C339}" destId="{6F68CFB3-C8C9-4496-9E87-608250B63301}" srcOrd="1" destOrd="0" parTransId="{0874331E-BECD-4179-82C5-12BF583FEFC3}" sibTransId="{35A6E9D3-E71C-4B13-8D12-30ACC7733216}"/>
    <dgm:cxn modelId="{DAD699A7-4AAF-482A-BE6D-0A4DE4DF4D37}" srcId="{AEB5A842-3432-48E9-9DA5-5DABC310C339}" destId="{9980F6D7-79FA-488E-ABAA-37347FBCEBB9}" srcOrd="0" destOrd="0" parTransId="{520CABC6-6713-4503-86F7-57E6DAF51AD1}" sibTransId="{160B3384-8F2E-4533-BC1B-EDACEE0367B2}"/>
    <dgm:cxn modelId="{010797BC-9506-42D9-BEB6-287DC0924BAC}" type="presOf" srcId="{F83A8684-F008-41D0-ABFA-C30D623F2D6C}" destId="{A61D1960-BC31-4F0A-B9FF-2968AF18ADD4}" srcOrd="0" destOrd="0" presId="urn:microsoft.com/office/officeart/2005/8/layout/default"/>
    <dgm:cxn modelId="{6883FCC7-7831-4300-A3FD-03EE9655B9E9}" type="presOf" srcId="{AEB5A842-3432-48E9-9DA5-5DABC310C339}" destId="{8C6F7D0A-0214-4E90-9516-77EF6DC41ED7}" srcOrd="0" destOrd="0" presId="urn:microsoft.com/office/officeart/2005/8/layout/default"/>
    <dgm:cxn modelId="{6B7257F7-EA78-44D8-B7F3-E1CB3C06FAF1}" srcId="{AEB5A842-3432-48E9-9DA5-5DABC310C339}" destId="{D806B2F1-93A8-49E3-94A5-B230CDB9301E}" srcOrd="3" destOrd="0" parTransId="{27ACF306-72D0-4C0B-ACEC-C1972F6BD701}" sibTransId="{D2DA2852-63AD-4859-BD43-605956F022A0}"/>
    <dgm:cxn modelId="{1703B134-4B5B-4AA1-A531-B5AF96132A69}" type="presParOf" srcId="{8C6F7D0A-0214-4E90-9516-77EF6DC41ED7}" destId="{132A49D0-18C0-42B2-B7B9-F4D96E191789}" srcOrd="0" destOrd="0" presId="urn:microsoft.com/office/officeart/2005/8/layout/default"/>
    <dgm:cxn modelId="{6A686A2C-FF4F-479D-9013-4430B0D93B0B}" type="presParOf" srcId="{8C6F7D0A-0214-4E90-9516-77EF6DC41ED7}" destId="{02A59FF8-A154-494D-BE48-D38C266C895D}" srcOrd="1" destOrd="0" presId="urn:microsoft.com/office/officeart/2005/8/layout/default"/>
    <dgm:cxn modelId="{A2E492B7-5949-4997-8B37-37642B10383B}" type="presParOf" srcId="{8C6F7D0A-0214-4E90-9516-77EF6DC41ED7}" destId="{D10AD09B-20BA-433D-A989-2C2B71313DD2}" srcOrd="2" destOrd="0" presId="urn:microsoft.com/office/officeart/2005/8/layout/default"/>
    <dgm:cxn modelId="{9A71A785-90CB-43EE-A85F-EC045A47F22C}" type="presParOf" srcId="{8C6F7D0A-0214-4E90-9516-77EF6DC41ED7}" destId="{D951DFF1-9BBD-4A73-9385-89CA633C2673}" srcOrd="3" destOrd="0" presId="urn:microsoft.com/office/officeart/2005/8/layout/default"/>
    <dgm:cxn modelId="{9C2C0B8D-F864-410C-BD73-E82387AD7D78}" type="presParOf" srcId="{8C6F7D0A-0214-4E90-9516-77EF6DC41ED7}" destId="{A61D1960-BC31-4F0A-B9FF-2968AF18ADD4}" srcOrd="4" destOrd="0" presId="urn:microsoft.com/office/officeart/2005/8/layout/default"/>
    <dgm:cxn modelId="{C764E788-8CDC-41C2-9240-41D9C42FD301}" type="presParOf" srcId="{8C6F7D0A-0214-4E90-9516-77EF6DC41ED7}" destId="{914FAC90-0C92-41CC-BEE6-EDA7F9024CB5}" srcOrd="5" destOrd="0" presId="urn:microsoft.com/office/officeart/2005/8/layout/default"/>
    <dgm:cxn modelId="{BA1DCB01-E106-4AAD-B507-90F14BDC33AB}" type="presParOf" srcId="{8C6F7D0A-0214-4E90-9516-77EF6DC41ED7}" destId="{0DDE8DC8-51F7-4F2C-8A5A-233D4E0E97FB}"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AEB5A842-3432-48E9-9DA5-5DABC310C339}" type="doc">
      <dgm:prSet loTypeId="urn:microsoft.com/office/officeart/2005/8/layout/default" loCatId="list" qsTypeId="urn:microsoft.com/office/officeart/2005/8/quickstyle/simple5" qsCatId="simple" csTypeId="urn:microsoft.com/office/officeart/2005/8/colors/colorful3" csCatId="colorful" phldr="1"/>
      <dgm:spPr/>
      <dgm:t>
        <a:bodyPr/>
        <a:lstStyle/>
        <a:p>
          <a:endParaRPr lang="fr-FR"/>
        </a:p>
      </dgm:t>
    </dgm:pt>
    <dgm:pt modelId="{9980F6D7-79FA-488E-ABAA-37347FBCEBB9}">
      <dgm:prSet phldrT="[Texte]"/>
      <dgm:spPr/>
      <dgm:t>
        <a:bodyPr/>
        <a:lstStyle/>
        <a:p>
          <a:r>
            <a:rPr lang="fr-FR" dirty="0"/>
            <a:t>Culture de l'expérience client </a:t>
          </a:r>
        </a:p>
      </dgm:t>
    </dgm:pt>
    <dgm:pt modelId="{520CABC6-6713-4503-86F7-57E6DAF51AD1}" type="parTrans" cxnId="{DAD699A7-4AAF-482A-BE6D-0A4DE4DF4D37}">
      <dgm:prSet/>
      <dgm:spPr/>
      <dgm:t>
        <a:bodyPr/>
        <a:lstStyle/>
        <a:p>
          <a:endParaRPr lang="fr-FR"/>
        </a:p>
      </dgm:t>
    </dgm:pt>
    <dgm:pt modelId="{160B3384-8F2E-4533-BC1B-EDACEE0367B2}" type="sibTrans" cxnId="{DAD699A7-4AAF-482A-BE6D-0A4DE4DF4D37}">
      <dgm:prSet/>
      <dgm:spPr/>
      <dgm:t>
        <a:bodyPr/>
        <a:lstStyle/>
        <a:p>
          <a:endParaRPr lang="fr-FR"/>
        </a:p>
      </dgm:t>
    </dgm:pt>
    <dgm:pt modelId="{6F68CFB3-C8C9-4496-9E87-608250B63301}">
      <dgm:prSet phldrT="[Texte]"/>
      <dgm:spPr/>
      <dgm:t>
        <a:bodyPr/>
        <a:lstStyle/>
        <a:p>
          <a:r>
            <a:rPr lang="fr-FR" dirty="0"/>
            <a:t>Culture de la diversité et de l'inclusion</a:t>
          </a:r>
        </a:p>
      </dgm:t>
    </dgm:pt>
    <dgm:pt modelId="{0874331E-BECD-4179-82C5-12BF583FEFC3}" type="parTrans" cxnId="{6AC9ABA5-E763-4A48-A735-EDA9C7308106}">
      <dgm:prSet/>
      <dgm:spPr/>
      <dgm:t>
        <a:bodyPr/>
        <a:lstStyle/>
        <a:p>
          <a:endParaRPr lang="fr-FR"/>
        </a:p>
      </dgm:t>
    </dgm:pt>
    <dgm:pt modelId="{35A6E9D3-E71C-4B13-8D12-30ACC7733216}" type="sibTrans" cxnId="{6AC9ABA5-E763-4A48-A735-EDA9C7308106}">
      <dgm:prSet/>
      <dgm:spPr/>
      <dgm:t>
        <a:bodyPr/>
        <a:lstStyle/>
        <a:p>
          <a:endParaRPr lang="fr-FR"/>
        </a:p>
      </dgm:t>
    </dgm:pt>
    <dgm:pt modelId="{F83A8684-F008-41D0-ABFA-C30D623F2D6C}">
      <dgm:prSet phldrT="[Texte]"/>
      <dgm:spPr/>
      <dgm:t>
        <a:bodyPr/>
        <a:lstStyle/>
        <a:p>
          <a:r>
            <a:rPr lang="fr-FR" dirty="0"/>
            <a:t>Environnement de travail positif </a:t>
          </a:r>
        </a:p>
      </dgm:t>
    </dgm:pt>
    <dgm:pt modelId="{08A3D1CA-A638-4502-8777-0951E7ADDED7}" type="parTrans" cxnId="{DC6B6C1C-BC54-4056-AFDE-11D007C2B13F}">
      <dgm:prSet/>
      <dgm:spPr/>
      <dgm:t>
        <a:bodyPr/>
        <a:lstStyle/>
        <a:p>
          <a:endParaRPr lang="fr-FR"/>
        </a:p>
      </dgm:t>
    </dgm:pt>
    <dgm:pt modelId="{7BFF27E6-23AE-4B70-B017-28DE99EF5063}" type="sibTrans" cxnId="{DC6B6C1C-BC54-4056-AFDE-11D007C2B13F}">
      <dgm:prSet/>
      <dgm:spPr/>
      <dgm:t>
        <a:bodyPr/>
        <a:lstStyle/>
        <a:p>
          <a:endParaRPr lang="fr-FR"/>
        </a:p>
      </dgm:t>
    </dgm:pt>
    <dgm:pt modelId="{8C6F7D0A-0214-4E90-9516-77EF6DC41ED7}" type="pres">
      <dgm:prSet presAssocID="{AEB5A842-3432-48E9-9DA5-5DABC310C339}" presName="diagram" presStyleCnt="0">
        <dgm:presLayoutVars>
          <dgm:dir/>
          <dgm:resizeHandles val="exact"/>
        </dgm:presLayoutVars>
      </dgm:prSet>
      <dgm:spPr/>
    </dgm:pt>
    <dgm:pt modelId="{132A49D0-18C0-42B2-B7B9-F4D96E191789}" type="pres">
      <dgm:prSet presAssocID="{9980F6D7-79FA-488E-ABAA-37347FBCEBB9}" presName="node" presStyleLbl="node1" presStyleIdx="0" presStyleCnt="3">
        <dgm:presLayoutVars>
          <dgm:bulletEnabled val="1"/>
        </dgm:presLayoutVars>
      </dgm:prSet>
      <dgm:spPr/>
    </dgm:pt>
    <dgm:pt modelId="{02A59FF8-A154-494D-BE48-D38C266C895D}" type="pres">
      <dgm:prSet presAssocID="{160B3384-8F2E-4533-BC1B-EDACEE0367B2}" presName="sibTrans" presStyleCnt="0"/>
      <dgm:spPr/>
    </dgm:pt>
    <dgm:pt modelId="{D10AD09B-20BA-433D-A989-2C2B71313DD2}" type="pres">
      <dgm:prSet presAssocID="{6F68CFB3-C8C9-4496-9E87-608250B63301}" presName="node" presStyleLbl="node1" presStyleIdx="1" presStyleCnt="3">
        <dgm:presLayoutVars>
          <dgm:bulletEnabled val="1"/>
        </dgm:presLayoutVars>
      </dgm:prSet>
      <dgm:spPr/>
    </dgm:pt>
    <dgm:pt modelId="{D951DFF1-9BBD-4A73-9385-89CA633C2673}" type="pres">
      <dgm:prSet presAssocID="{35A6E9D3-E71C-4B13-8D12-30ACC7733216}" presName="sibTrans" presStyleCnt="0"/>
      <dgm:spPr/>
    </dgm:pt>
    <dgm:pt modelId="{A61D1960-BC31-4F0A-B9FF-2968AF18ADD4}" type="pres">
      <dgm:prSet presAssocID="{F83A8684-F008-41D0-ABFA-C30D623F2D6C}" presName="node" presStyleLbl="node1" presStyleIdx="2" presStyleCnt="3">
        <dgm:presLayoutVars>
          <dgm:bulletEnabled val="1"/>
        </dgm:presLayoutVars>
      </dgm:prSet>
      <dgm:spPr/>
    </dgm:pt>
  </dgm:ptLst>
  <dgm:cxnLst>
    <dgm:cxn modelId="{DC6B6C1C-BC54-4056-AFDE-11D007C2B13F}" srcId="{AEB5A842-3432-48E9-9DA5-5DABC310C339}" destId="{F83A8684-F008-41D0-ABFA-C30D623F2D6C}" srcOrd="2" destOrd="0" parTransId="{08A3D1CA-A638-4502-8777-0951E7ADDED7}" sibTransId="{7BFF27E6-23AE-4B70-B017-28DE99EF5063}"/>
    <dgm:cxn modelId="{75E94987-AFB9-486A-9598-ADF24F8AF147}" type="presOf" srcId="{9980F6D7-79FA-488E-ABAA-37347FBCEBB9}" destId="{132A49D0-18C0-42B2-B7B9-F4D96E191789}" srcOrd="0" destOrd="0" presId="urn:microsoft.com/office/officeart/2005/8/layout/default"/>
    <dgm:cxn modelId="{53639D9A-2A46-4D5E-92B1-E096B701208C}" type="presOf" srcId="{6F68CFB3-C8C9-4496-9E87-608250B63301}" destId="{D10AD09B-20BA-433D-A989-2C2B71313DD2}" srcOrd="0" destOrd="0" presId="urn:microsoft.com/office/officeart/2005/8/layout/default"/>
    <dgm:cxn modelId="{6AC9ABA5-E763-4A48-A735-EDA9C7308106}" srcId="{AEB5A842-3432-48E9-9DA5-5DABC310C339}" destId="{6F68CFB3-C8C9-4496-9E87-608250B63301}" srcOrd="1" destOrd="0" parTransId="{0874331E-BECD-4179-82C5-12BF583FEFC3}" sibTransId="{35A6E9D3-E71C-4B13-8D12-30ACC7733216}"/>
    <dgm:cxn modelId="{DAD699A7-4AAF-482A-BE6D-0A4DE4DF4D37}" srcId="{AEB5A842-3432-48E9-9DA5-5DABC310C339}" destId="{9980F6D7-79FA-488E-ABAA-37347FBCEBB9}" srcOrd="0" destOrd="0" parTransId="{520CABC6-6713-4503-86F7-57E6DAF51AD1}" sibTransId="{160B3384-8F2E-4533-BC1B-EDACEE0367B2}"/>
    <dgm:cxn modelId="{010797BC-9506-42D9-BEB6-287DC0924BAC}" type="presOf" srcId="{F83A8684-F008-41D0-ABFA-C30D623F2D6C}" destId="{A61D1960-BC31-4F0A-B9FF-2968AF18ADD4}" srcOrd="0" destOrd="0" presId="urn:microsoft.com/office/officeart/2005/8/layout/default"/>
    <dgm:cxn modelId="{6883FCC7-7831-4300-A3FD-03EE9655B9E9}" type="presOf" srcId="{AEB5A842-3432-48E9-9DA5-5DABC310C339}" destId="{8C6F7D0A-0214-4E90-9516-77EF6DC41ED7}" srcOrd="0" destOrd="0" presId="urn:microsoft.com/office/officeart/2005/8/layout/default"/>
    <dgm:cxn modelId="{1703B134-4B5B-4AA1-A531-B5AF96132A69}" type="presParOf" srcId="{8C6F7D0A-0214-4E90-9516-77EF6DC41ED7}" destId="{132A49D0-18C0-42B2-B7B9-F4D96E191789}" srcOrd="0" destOrd="0" presId="urn:microsoft.com/office/officeart/2005/8/layout/default"/>
    <dgm:cxn modelId="{6A686A2C-FF4F-479D-9013-4430B0D93B0B}" type="presParOf" srcId="{8C6F7D0A-0214-4E90-9516-77EF6DC41ED7}" destId="{02A59FF8-A154-494D-BE48-D38C266C895D}" srcOrd="1" destOrd="0" presId="urn:microsoft.com/office/officeart/2005/8/layout/default"/>
    <dgm:cxn modelId="{A2E492B7-5949-4997-8B37-37642B10383B}" type="presParOf" srcId="{8C6F7D0A-0214-4E90-9516-77EF6DC41ED7}" destId="{D10AD09B-20BA-433D-A989-2C2B71313DD2}" srcOrd="2" destOrd="0" presId="urn:microsoft.com/office/officeart/2005/8/layout/default"/>
    <dgm:cxn modelId="{9A71A785-90CB-43EE-A85F-EC045A47F22C}" type="presParOf" srcId="{8C6F7D0A-0214-4E90-9516-77EF6DC41ED7}" destId="{D951DFF1-9BBD-4A73-9385-89CA633C2673}" srcOrd="3" destOrd="0" presId="urn:microsoft.com/office/officeart/2005/8/layout/default"/>
    <dgm:cxn modelId="{9C2C0B8D-F864-410C-BD73-E82387AD7D78}" type="presParOf" srcId="{8C6F7D0A-0214-4E90-9516-77EF6DC41ED7}" destId="{A61D1960-BC31-4F0A-B9FF-2968AF18ADD4}" srcOrd="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98ECC51C-F6B4-454F-BACA-43994A936357}" type="doc">
      <dgm:prSet loTypeId="urn:microsoft.com/office/officeart/2005/8/layout/default" loCatId="list" qsTypeId="urn:microsoft.com/office/officeart/2005/8/quickstyle/simple5" qsCatId="simple" csTypeId="urn:microsoft.com/office/officeart/2005/8/colors/colorful3" csCatId="colorful" phldr="1"/>
      <dgm:spPr/>
      <dgm:t>
        <a:bodyPr/>
        <a:lstStyle/>
        <a:p>
          <a:endParaRPr lang="fr-FR"/>
        </a:p>
      </dgm:t>
    </dgm:pt>
    <dgm:pt modelId="{10C1CA17-0AA4-44BF-83E3-A8031C42B0D2}">
      <dgm:prSet phldrT="[Texte]"/>
      <dgm:spPr/>
      <dgm:t>
        <a:bodyPr/>
        <a:lstStyle/>
        <a:p>
          <a:r>
            <a:rPr lang="fr-FR" dirty="0"/>
            <a:t>Autonomie et Responsabilisation</a:t>
          </a:r>
        </a:p>
      </dgm:t>
    </dgm:pt>
    <dgm:pt modelId="{A1FCC066-F4CF-45DB-8736-785759D3FBFC}" type="parTrans" cxnId="{C9F02576-97BD-4B9C-87B7-154C2EDE2989}">
      <dgm:prSet/>
      <dgm:spPr/>
      <dgm:t>
        <a:bodyPr/>
        <a:lstStyle/>
        <a:p>
          <a:endParaRPr lang="fr-FR"/>
        </a:p>
      </dgm:t>
    </dgm:pt>
    <dgm:pt modelId="{D5C17145-692C-4419-866F-E4539A61526D}" type="sibTrans" cxnId="{C9F02576-97BD-4B9C-87B7-154C2EDE2989}">
      <dgm:prSet/>
      <dgm:spPr/>
      <dgm:t>
        <a:bodyPr/>
        <a:lstStyle/>
        <a:p>
          <a:endParaRPr lang="fr-FR"/>
        </a:p>
      </dgm:t>
    </dgm:pt>
    <dgm:pt modelId="{3627DEDE-3ABF-4075-9A89-BEAE04DC9F8C}">
      <dgm:prSet phldrT="[Texte]"/>
      <dgm:spPr/>
      <dgm:t>
        <a:bodyPr/>
        <a:lstStyle/>
        <a:p>
          <a:r>
            <a:rPr lang="fr-FR" dirty="0"/>
            <a:t>Écoute active</a:t>
          </a:r>
        </a:p>
      </dgm:t>
    </dgm:pt>
    <dgm:pt modelId="{A959CE49-340E-494C-89F5-74BBA5CD165F}" type="parTrans" cxnId="{CB14652B-CD7A-4626-8078-736D67DF8AF9}">
      <dgm:prSet/>
      <dgm:spPr/>
      <dgm:t>
        <a:bodyPr/>
        <a:lstStyle/>
        <a:p>
          <a:endParaRPr lang="fr-FR"/>
        </a:p>
      </dgm:t>
    </dgm:pt>
    <dgm:pt modelId="{87B2538A-346A-4334-ABD8-3DD6B302BE4F}" type="sibTrans" cxnId="{CB14652B-CD7A-4626-8078-736D67DF8AF9}">
      <dgm:prSet/>
      <dgm:spPr/>
      <dgm:t>
        <a:bodyPr/>
        <a:lstStyle/>
        <a:p>
          <a:endParaRPr lang="fr-FR"/>
        </a:p>
      </dgm:t>
    </dgm:pt>
    <dgm:pt modelId="{E139D342-01EB-4796-98E5-772253489876}">
      <dgm:prSet phldrT="[Texte]"/>
      <dgm:spPr/>
      <dgm:t>
        <a:bodyPr/>
        <a:lstStyle/>
        <a:p>
          <a:r>
            <a:rPr lang="fr-FR" dirty="0"/>
            <a:t>Soutien au Développement Personnel</a:t>
          </a:r>
        </a:p>
      </dgm:t>
    </dgm:pt>
    <dgm:pt modelId="{83474573-26D9-40D1-B435-91F57A154A79}" type="parTrans" cxnId="{607AE522-4029-42AE-8671-096CFE5ECA9F}">
      <dgm:prSet/>
      <dgm:spPr/>
      <dgm:t>
        <a:bodyPr/>
        <a:lstStyle/>
        <a:p>
          <a:endParaRPr lang="fr-FR"/>
        </a:p>
      </dgm:t>
    </dgm:pt>
    <dgm:pt modelId="{84C94B76-5FCF-47C5-8EED-E38B38EFD89F}" type="sibTrans" cxnId="{607AE522-4029-42AE-8671-096CFE5ECA9F}">
      <dgm:prSet/>
      <dgm:spPr/>
      <dgm:t>
        <a:bodyPr/>
        <a:lstStyle/>
        <a:p>
          <a:endParaRPr lang="fr-FR"/>
        </a:p>
      </dgm:t>
    </dgm:pt>
    <dgm:pt modelId="{9FD6A4D9-E2D3-43BC-9723-F6916F2DD545}">
      <dgm:prSet phldrT="[Texte]"/>
      <dgm:spPr/>
      <dgm:t>
        <a:bodyPr/>
        <a:lstStyle/>
        <a:p>
          <a:r>
            <a:rPr lang="fr-FR" dirty="0"/>
            <a:t>Prise de Décision Collaborative</a:t>
          </a:r>
        </a:p>
      </dgm:t>
    </dgm:pt>
    <dgm:pt modelId="{17009AC4-CEA8-4A19-8E4C-27CC7C83F553}" type="parTrans" cxnId="{272D1FA9-A94A-4645-8436-07D43F589C8F}">
      <dgm:prSet/>
      <dgm:spPr/>
      <dgm:t>
        <a:bodyPr/>
        <a:lstStyle/>
        <a:p>
          <a:endParaRPr lang="fr-FR"/>
        </a:p>
      </dgm:t>
    </dgm:pt>
    <dgm:pt modelId="{8115C5AC-6455-4FC1-BEE7-3A31B8CC6FE1}" type="sibTrans" cxnId="{272D1FA9-A94A-4645-8436-07D43F589C8F}">
      <dgm:prSet/>
      <dgm:spPr/>
      <dgm:t>
        <a:bodyPr/>
        <a:lstStyle/>
        <a:p>
          <a:endParaRPr lang="fr-FR"/>
        </a:p>
      </dgm:t>
    </dgm:pt>
    <dgm:pt modelId="{E987DD59-2784-48B3-BD2B-258806641487}" type="pres">
      <dgm:prSet presAssocID="{98ECC51C-F6B4-454F-BACA-43994A936357}" presName="diagram" presStyleCnt="0">
        <dgm:presLayoutVars>
          <dgm:dir/>
          <dgm:resizeHandles val="exact"/>
        </dgm:presLayoutVars>
      </dgm:prSet>
      <dgm:spPr/>
    </dgm:pt>
    <dgm:pt modelId="{3F4DBF0C-F254-4EC7-B630-331E1CA8364A}" type="pres">
      <dgm:prSet presAssocID="{10C1CA17-0AA4-44BF-83E3-A8031C42B0D2}" presName="node" presStyleLbl="node1" presStyleIdx="0" presStyleCnt="4">
        <dgm:presLayoutVars>
          <dgm:bulletEnabled val="1"/>
        </dgm:presLayoutVars>
      </dgm:prSet>
      <dgm:spPr/>
    </dgm:pt>
    <dgm:pt modelId="{29109281-11A3-4C2E-BD1F-D6C421CC192D}" type="pres">
      <dgm:prSet presAssocID="{D5C17145-692C-4419-866F-E4539A61526D}" presName="sibTrans" presStyleCnt="0"/>
      <dgm:spPr/>
    </dgm:pt>
    <dgm:pt modelId="{C00FF1A0-FC54-41DB-AA0D-36187259BF5C}" type="pres">
      <dgm:prSet presAssocID="{3627DEDE-3ABF-4075-9A89-BEAE04DC9F8C}" presName="node" presStyleLbl="node1" presStyleIdx="1" presStyleCnt="4">
        <dgm:presLayoutVars>
          <dgm:bulletEnabled val="1"/>
        </dgm:presLayoutVars>
      </dgm:prSet>
      <dgm:spPr/>
    </dgm:pt>
    <dgm:pt modelId="{3204555C-D2AD-4549-B40B-AC7CB6548F7F}" type="pres">
      <dgm:prSet presAssocID="{87B2538A-346A-4334-ABD8-3DD6B302BE4F}" presName="sibTrans" presStyleCnt="0"/>
      <dgm:spPr/>
    </dgm:pt>
    <dgm:pt modelId="{EED9AF92-7569-4459-8D86-9C370EB8CA25}" type="pres">
      <dgm:prSet presAssocID="{E139D342-01EB-4796-98E5-772253489876}" presName="node" presStyleLbl="node1" presStyleIdx="2" presStyleCnt="4">
        <dgm:presLayoutVars>
          <dgm:bulletEnabled val="1"/>
        </dgm:presLayoutVars>
      </dgm:prSet>
      <dgm:spPr/>
    </dgm:pt>
    <dgm:pt modelId="{09EAC3B1-C1A5-437A-8123-11445ABFAD2D}" type="pres">
      <dgm:prSet presAssocID="{84C94B76-5FCF-47C5-8EED-E38B38EFD89F}" presName="sibTrans" presStyleCnt="0"/>
      <dgm:spPr/>
    </dgm:pt>
    <dgm:pt modelId="{292AD762-BE2D-4714-B471-E2B73A730075}" type="pres">
      <dgm:prSet presAssocID="{9FD6A4D9-E2D3-43BC-9723-F6916F2DD545}" presName="node" presStyleLbl="node1" presStyleIdx="3" presStyleCnt="4">
        <dgm:presLayoutVars>
          <dgm:bulletEnabled val="1"/>
        </dgm:presLayoutVars>
      </dgm:prSet>
      <dgm:spPr/>
    </dgm:pt>
  </dgm:ptLst>
  <dgm:cxnLst>
    <dgm:cxn modelId="{CB2B6901-11B8-49F7-B5DB-B25C8E61CD9E}" type="presOf" srcId="{3627DEDE-3ABF-4075-9A89-BEAE04DC9F8C}" destId="{C00FF1A0-FC54-41DB-AA0D-36187259BF5C}" srcOrd="0" destOrd="0" presId="urn:microsoft.com/office/officeart/2005/8/layout/default"/>
    <dgm:cxn modelId="{CCACE207-FA27-4407-9608-53BE073C8E7E}" type="presOf" srcId="{98ECC51C-F6B4-454F-BACA-43994A936357}" destId="{E987DD59-2784-48B3-BD2B-258806641487}" srcOrd="0" destOrd="0" presId="urn:microsoft.com/office/officeart/2005/8/layout/default"/>
    <dgm:cxn modelId="{607AE522-4029-42AE-8671-096CFE5ECA9F}" srcId="{98ECC51C-F6B4-454F-BACA-43994A936357}" destId="{E139D342-01EB-4796-98E5-772253489876}" srcOrd="2" destOrd="0" parTransId="{83474573-26D9-40D1-B435-91F57A154A79}" sibTransId="{84C94B76-5FCF-47C5-8EED-E38B38EFD89F}"/>
    <dgm:cxn modelId="{0D159326-01A1-4F92-8F40-7DA1AC3D3744}" type="presOf" srcId="{E139D342-01EB-4796-98E5-772253489876}" destId="{EED9AF92-7569-4459-8D86-9C370EB8CA25}" srcOrd="0" destOrd="0" presId="urn:microsoft.com/office/officeart/2005/8/layout/default"/>
    <dgm:cxn modelId="{CB14652B-CD7A-4626-8078-736D67DF8AF9}" srcId="{98ECC51C-F6B4-454F-BACA-43994A936357}" destId="{3627DEDE-3ABF-4075-9A89-BEAE04DC9F8C}" srcOrd="1" destOrd="0" parTransId="{A959CE49-340E-494C-89F5-74BBA5CD165F}" sibTransId="{87B2538A-346A-4334-ABD8-3DD6B302BE4F}"/>
    <dgm:cxn modelId="{0D12B247-92C3-4557-9238-ACD6BDD0C40B}" type="presOf" srcId="{10C1CA17-0AA4-44BF-83E3-A8031C42B0D2}" destId="{3F4DBF0C-F254-4EC7-B630-331E1CA8364A}" srcOrd="0" destOrd="0" presId="urn:microsoft.com/office/officeart/2005/8/layout/default"/>
    <dgm:cxn modelId="{D3771953-6EAF-455F-8F80-4132CCC76382}" type="presOf" srcId="{9FD6A4D9-E2D3-43BC-9723-F6916F2DD545}" destId="{292AD762-BE2D-4714-B471-E2B73A730075}" srcOrd="0" destOrd="0" presId="urn:microsoft.com/office/officeart/2005/8/layout/default"/>
    <dgm:cxn modelId="{C9F02576-97BD-4B9C-87B7-154C2EDE2989}" srcId="{98ECC51C-F6B4-454F-BACA-43994A936357}" destId="{10C1CA17-0AA4-44BF-83E3-A8031C42B0D2}" srcOrd="0" destOrd="0" parTransId="{A1FCC066-F4CF-45DB-8736-785759D3FBFC}" sibTransId="{D5C17145-692C-4419-866F-E4539A61526D}"/>
    <dgm:cxn modelId="{272D1FA9-A94A-4645-8436-07D43F589C8F}" srcId="{98ECC51C-F6B4-454F-BACA-43994A936357}" destId="{9FD6A4D9-E2D3-43BC-9723-F6916F2DD545}" srcOrd="3" destOrd="0" parTransId="{17009AC4-CEA8-4A19-8E4C-27CC7C83F553}" sibTransId="{8115C5AC-6455-4FC1-BEE7-3A31B8CC6FE1}"/>
    <dgm:cxn modelId="{E5DD336F-14C9-4118-B9D3-791C392A3BB7}" type="presParOf" srcId="{E987DD59-2784-48B3-BD2B-258806641487}" destId="{3F4DBF0C-F254-4EC7-B630-331E1CA8364A}" srcOrd="0" destOrd="0" presId="urn:microsoft.com/office/officeart/2005/8/layout/default"/>
    <dgm:cxn modelId="{205EDAFD-A28F-438E-8E21-838F5B6ECBA0}" type="presParOf" srcId="{E987DD59-2784-48B3-BD2B-258806641487}" destId="{29109281-11A3-4C2E-BD1F-D6C421CC192D}" srcOrd="1" destOrd="0" presId="urn:microsoft.com/office/officeart/2005/8/layout/default"/>
    <dgm:cxn modelId="{F9E08193-A923-4A1F-A859-B18B205C839F}" type="presParOf" srcId="{E987DD59-2784-48B3-BD2B-258806641487}" destId="{C00FF1A0-FC54-41DB-AA0D-36187259BF5C}" srcOrd="2" destOrd="0" presId="urn:microsoft.com/office/officeart/2005/8/layout/default"/>
    <dgm:cxn modelId="{75D0AE51-02DE-4F9E-AE3B-E82E86E2DC6F}" type="presParOf" srcId="{E987DD59-2784-48B3-BD2B-258806641487}" destId="{3204555C-D2AD-4549-B40B-AC7CB6548F7F}" srcOrd="3" destOrd="0" presId="urn:microsoft.com/office/officeart/2005/8/layout/default"/>
    <dgm:cxn modelId="{831D8EB8-5E2E-49F1-BF84-05ACC72BD7E3}" type="presParOf" srcId="{E987DD59-2784-48B3-BD2B-258806641487}" destId="{EED9AF92-7569-4459-8D86-9C370EB8CA25}" srcOrd="4" destOrd="0" presId="urn:microsoft.com/office/officeart/2005/8/layout/default"/>
    <dgm:cxn modelId="{1C7BB900-7B2A-449D-A30C-DC171A3AC377}" type="presParOf" srcId="{E987DD59-2784-48B3-BD2B-258806641487}" destId="{09EAC3B1-C1A5-437A-8123-11445ABFAD2D}" srcOrd="5" destOrd="0" presId="urn:microsoft.com/office/officeart/2005/8/layout/default"/>
    <dgm:cxn modelId="{7ED21F6A-8484-4D43-B7CC-EFBE62935B4C}" type="presParOf" srcId="{E987DD59-2784-48B3-BD2B-258806641487}" destId="{292AD762-BE2D-4714-B471-E2B73A730075}"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7EB9F836-6C7B-4808-A18A-48279FB46366}" type="doc">
      <dgm:prSet loTypeId="urn:microsoft.com/office/officeart/2005/8/layout/default" loCatId="list" qsTypeId="urn:microsoft.com/office/officeart/2005/8/quickstyle/simple5" qsCatId="simple" csTypeId="urn:microsoft.com/office/officeart/2005/8/colors/colorful3" csCatId="colorful" phldr="1"/>
      <dgm:spPr/>
      <dgm:t>
        <a:bodyPr/>
        <a:lstStyle/>
        <a:p>
          <a:endParaRPr lang="fr-FR"/>
        </a:p>
      </dgm:t>
    </dgm:pt>
    <dgm:pt modelId="{4DFECD33-8958-4E94-9F5B-DF4C85908C55}">
      <dgm:prSet phldrT="[Texte]"/>
      <dgm:spPr/>
      <dgm:t>
        <a:bodyPr/>
        <a:lstStyle/>
        <a:p>
          <a:r>
            <a:rPr lang="fr-FR" dirty="0"/>
            <a:t>Priorité à la Culture d'Entreprise </a:t>
          </a:r>
        </a:p>
      </dgm:t>
    </dgm:pt>
    <dgm:pt modelId="{2BE0A6E5-D4EF-4280-8985-B5C9A6BFF6F4}" type="parTrans" cxnId="{B155325D-4379-4398-86FB-209FF3680981}">
      <dgm:prSet/>
      <dgm:spPr/>
      <dgm:t>
        <a:bodyPr/>
        <a:lstStyle/>
        <a:p>
          <a:endParaRPr lang="fr-FR"/>
        </a:p>
      </dgm:t>
    </dgm:pt>
    <dgm:pt modelId="{5192C390-C4A4-4A6E-A355-825839E715E4}" type="sibTrans" cxnId="{B155325D-4379-4398-86FB-209FF3680981}">
      <dgm:prSet/>
      <dgm:spPr/>
      <dgm:t>
        <a:bodyPr/>
        <a:lstStyle/>
        <a:p>
          <a:endParaRPr lang="fr-FR"/>
        </a:p>
      </dgm:t>
    </dgm:pt>
    <dgm:pt modelId="{2EBE42D6-C731-48B2-8577-F39F1D86215B}">
      <dgm:prSet phldrT="[Texte]"/>
      <dgm:spPr/>
      <dgm:t>
        <a:bodyPr/>
        <a:lstStyle/>
        <a:p>
          <a:r>
            <a:rPr lang="fr-FR" dirty="0"/>
            <a:t>Adaptabilité</a:t>
          </a:r>
        </a:p>
      </dgm:t>
    </dgm:pt>
    <dgm:pt modelId="{6994CF74-40E0-421C-ACDE-C4E289D77CCF}" type="parTrans" cxnId="{4AC8DB46-C8CD-49DF-9B35-9AA50D2A8B64}">
      <dgm:prSet/>
      <dgm:spPr/>
      <dgm:t>
        <a:bodyPr/>
        <a:lstStyle/>
        <a:p>
          <a:endParaRPr lang="fr-FR"/>
        </a:p>
      </dgm:t>
    </dgm:pt>
    <dgm:pt modelId="{9693FD77-06F5-41A5-A93E-23191408520A}" type="sibTrans" cxnId="{4AC8DB46-C8CD-49DF-9B35-9AA50D2A8B64}">
      <dgm:prSet/>
      <dgm:spPr/>
      <dgm:t>
        <a:bodyPr/>
        <a:lstStyle/>
        <a:p>
          <a:endParaRPr lang="fr-FR"/>
        </a:p>
      </dgm:t>
    </dgm:pt>
    <dgm:pt modelId="{5FB92B82-6D84-437D-BF24-B6D88E56A741}">
      <dgm:prSet phldrT="[Texte]"/>
      <dgm:spPr/>
      <dgm:t>
        <a:bodyPr/>
        <a:lstStyle/>
        <a:p>
          <a:r>
            <a:rPr lang="fr-FR" dirty="0"/>
            <a:t>Reconnaissance et célébration</a:t>
          </a:r>
        </a:p>
      </dgm:t>
    </dgm:pt>
    <dgm:pt modelId="{17CECBEB-E48E-4AED-96E8-37E2388BC1BD}" type="parTrans" cxnId="{2AB4E3C3-AE01-4C55-8F75-0FBFCD1380EA}">
      <dgm:prSet/>
      <dgm:spPr/>
      <dgm:t>
        <a:bodyPr/>
        <a:lstStyle/>
        <a:p>
          <a:endParaRPr lang="fr-FR"/>
        </a:p>
      </dgm:t>
    </dgm:pt>
    <dgm:pt modelId="{21A39C2B-8C42-4CB7-9982-216B2804F498}" type="sibTrans" cxnId="{2AB4E3C3-AE01-4C55-8F75-0FBFCD1380EA}">
      <dgm:prSet/>
      <dgm:spPr/>
      <dgm:t>
        <a:bodyPr/>
        <a:lstStyle/>
        <a:p>
          <a:endParaRPr lang="fr-FR"/>
        </a:p>
      </dgm:t>
    </dgm:pt>
    <dgm:pt modelId="{22779F9C-2460-4B19-BC3E-73DA482A5C06}" type="pres">
      <dgm:prSet presAssocID="{7EB9F836-6C7B-4808-A18A-48279FB46366}" presName="diagram" presStyleCnt="0">
        <dgm:presLayoutVars>
          <dgm:dir/>
          <dgm:resizeHandles val="exact"/>
        </dgm:presLayoutVars>
      </dgm:prSet>
      <dgm:spPr/>
    </dgm:pt>
    <dgm:pt modelId="{BFEA69AC-B1C4-440C-AEF6-5316FC5B71F3}" type="pres">
      <dgm:prSet presAssocID="{4DFECD33-8958-4E94-9F5B-DF4C85908C55}" presName="node" presStyleLbl="node1" presStyleIdx="0" presStyleCnt="3">
        <dgm:presLayoutVars>
          <dgm:bulletEnabled val="1"/>
        </dgm:presLayoutVars>
      </dgm:prSet>
      <dgm:spPr/>
    </dgm:pt>
    <dgm:pt modelId="{5159EE6E-EE2E-4AE5-B15F-99325639719B}" type="pres">
      <dgm:prSet presAssocID="{5192C390-C4A4-4A6E-A355-825839E715E4}" presName="sibTrans" presStyleCnt="0"/>
      <dgm:spPr/>
    </dgm:pt>
    <dgm:pt modelId="{B17FE40D-618C-4B7D-8A89-0DD114422B7C}" type="pres">
      <dgm:prSet presAssocID="{2EBE42D6-C731-48B2-8577-F39F1D86215B}" presName="node" presStyleLbl="node1" presStyleIdx="1" presStyleCnt="3">
        <dgm:presLayoutVars>
          <dgm:bulletEnabled val="1"/>
        </dgm:presLayoutVars>
      </dgm:prSet>
      <dgm:spPr/>
    </dgm:pt>
    <dgm:pt modelId="{E3E1C178-2337-44B8-BD8A-961BE4122A2E}" type="pres">
      <dgm:prSet presAssocID="{9693FD77-06F5-41A5-A93E-23191408520A}" presName="sibTrans" presStyleCnt="0"/>
      <dgm:spPr/>
    </dgm:pt>
    <dgm:pt modelId="{C280EEA6-C281-407B-B0E4-327B749BDF9C}" type="pres">
      <dgm:prSet presAssocID="{5FB92B82-6D84-437D-BF24-B6D88E56A741}" presName="node" presStyleLbl="node1" presStyleIdx="2" presStyleCnt="3">
        <dgm:presLayoutVars>
          <dgm:bulletEnabled val="1"/>
        </dgm:presLayoutVars>
      </dgm:prSet>
      <dgm:spPr/>
    </dgm:pt>
  </dgm:ptLst>
  <dgm:cxnLst>
    <dgm:cxn modelId="{B155325D-4379-4398-86FB-209FF3680981}" srcId="{7EB9F836-6C7B-4808-A18A-48279FB46366}" destId="{4DFECD33-8958-4E94-9F5B-DF4C85908C55}" srcOrd="0" destOrd="0" parTransId="{2BE0A6E5-D4EF-4280-8985-B5C9A6BFF6F4}" sibTransId="{5192C390-C4A4-4A6E-A355-825839E715E4}"/>
    <dgm:cxn modelId="{4AC8DB46-C8CD-49DF-9B35-9AA50D2A8B64}" srcId="{7EB9F836-6C7B-4808-A18A-48279FB46366}" destId="{2EBE42D6-C731-48B2-8577-F39F1D86215B}" srcOrd="1" destOrd="0" parTransId="{6994CF74-40E0-421C-ACDE-C4E289D77CCF}" sibTransId="{9693FD77-06F5-41A5-A93E-23191408520A}"/>
    <dgm:cxn modelId="{D3D9DB70-8AE3-4CD5-A001-25EF197C888D}" type="presOf" srcId="{5FB92B82-6D84-437D-BF24-B6D88E56A741}" destId="{C280EEA6-C281-407B-B0E4-327B749BDF9C}" srcOrd="0" destOrd="0" presId="urn:microsoft.com/office/officeart/2005/8/layout/default"/>
    <dgm:cxn modelId="{86E4C574-9622-404B-8086-F5504156A4B2}" type="presOf" srcId="{4DFECD33-8958-4E94-9F5B-DF4C85908C55}" destId="{BFEA69AC-B1C4-440C-AEF6-5316FC5B71F3}" srcOrd="0" destOrd="0" presId="urn:microsoft.com/office/officeart/2005/8/layout/default"/>
    <dgm:cxn modelId="{2AB4E3C3-AE01-4C55-8F75-0FBFCD1380EA}" srcId="{7EB9F836-6C7B-4808-A18A-48279FB46366}" destId="{5FB92B82-6D84-437D-BF24-B6D88E56A741}" srcOrd="2" destOrd="0" parTransId="{17CECBEB-E48E-4AED-96E8-37E2388BC1BD}" sibTransId="{21A39C2B-8C42-4CB7-9982-216B2804F498}"/>
    <dgm:cxn modelId="{EAE8E5C3-2CED-4477-BF7E-66F5567B4A6C}" type="presOf" srcId="{2EBE42D6-C731-48B2-8577-F39F1D86215B}" destId="{B17FE40D-618C-4B7D-8A89-0DD114422B7C}" srcOrd="0" destOrd="0" presId="urn:microsoft.com/office/officeart/2005/8/layout/default"/>
    <dgm:cxn modelId="{7D4F3ED3-E949-4C75-959B-DCF44D421265}" type="presOf" srcId="{7EB9F836-6C7B-4808-A18A-48279FB46366}" destId="{22779F9C-2460-4B19-BC3E-73DA482A5C06}" srcOrd="0" destOrd="0" presId="urn:microsoft.com/office/officeart/2005/8/layout/default"/>
    <dgm:cxn modelId="{6A5B9C7D-7AEB-4055-94EC-7FCDB47B7DC1}" type="presParOf" srcId="{22779F9C-2460-4B19-BC3E-73DA482A5C06}" destId="{BFEA69AC-B1C4-440C-AEF6-5316FC5B71F3}" srcOrd="0" destOrd="0" presId="urn:microsoft.com/office/officeart/2005/8/layout/default"/>
    <dgm:cxn modelId="{4B84149C-1A3C-49AA-B904-1D76ABBEED68}" type="presParOf" srcId="{22779F9C-2460-4B19-BC3E-73DA482A5C06}" destId="{5159EE6E-EE2E-4AE5-B15F-99325639719B}" srcOrd="1" destOrd="0" presId="urn:microsoft.com/office/officeart/2005/8/layout/default"/>
    <dgm:cxn modelId="{C6B26661-3E53-4E13-8264-743222411BA4}" type="presParOf" srcId="{22779F9C-2460-4B19-BC3E-73DA482A5C06}" destId="{B17FE40D-618C-4B7D-8A89-0DD114422B7C}" srcOrd="2" destOrd="0" presId="urn:microsoft.com/office/officeart/2005/8/layout/default"/>
    <dgm:cxn modelId="{B8D468A1-9FB1-41B4-A093-D726FC1A3048}" type="presParOf" srcId="{22779F9C-2460-4B19-BC3E-73DA482A5C06}" destId="{E3E1C178-2337-44B8-BD8A-961BE4122A2E}" srcOrd="3" destOrd="0" presId="urn:microsoft.com/office/officeart/2005/8/layout/default"/>
    <dgm:cxn modelId="{34550E0F-7723-4819-95F6-CFBD09B638E3}" type="presParOf" srcId="{22779F9C-2460-4B19-BC3E-73DA482A5C06}" destId="{C280EEA6-C281-407B-B0E4-327B749BDF9C}" srcOrd="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D6C30A-D28B-4987-935B-41C13FD86FDD}">
      <dsp:nvSpPr>
        <dsp:cNvPr id="0" name=""/>
        <dsp:cNvSpPr/>
      </dsp:nvSpPr>
      <dsp:spPr>
        <a:xfrm>
          <a:off x="3386" y="82224"/>
          <a:ext cx="3302161" cy="777600"/>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92024" tIns="109728" rIns="192024" bIns="109728" numCol="1" spcCol="1270" anchor="ctr" anchorCtr="0">
          <a:noAutofit/>
        </a:bodyPr>
        <a:lstStyle/>
        <a:p>
          <a:pPr marL="0" lvl="0" indent="0" algn="ctr" defTabSz="1200150">
            <a:lnSpc>
              <a:spcPct val="90000"/>
            </a:lnSpc>
            <a:spcBef>
              <a:spcPct val="0"/>
            </a:spcBef>
            <a:spcAft>
              <a:spcPct val="35000"/>
            </a:spcAft>
            <a:buNone/>
          </a:pPr>
          <a:r>
            <a:rPr lang="fr-FR" sz="2700" kern="1200" dirty="0"/>
            <a:t>création</a:t>
          </a:r>
        </a:p>
      </dsp:txBody>
      <dsp:txXfrm>
        <a:off x="3386" y="82224"/>
        <a:ext cx="3302161" cy="777600"/>
      </dsp:txXfrm>
    </dsp:sp>
    <dsp:sp modelId="{AA9DE980-78AB-4A71-94D1-78B6FBE21178}">
      <dsp:nvSpPr>
        <dsp:cNvPr id="0" name=""/>
        <dsp:cNvSpPr/>
      </dsp:nvSpPr>
      <dsp:spPr>
        <a:xfrm>
          <a:off x="3386" y="859824"/>
          <a:ext cx="3302161" cy="3409289"/>
        </a:xfrm>
        <a:prstGeom prst="rect">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44018" tIns="144018" rIns="192024" bIns="216027" numCol="1" spcCol="1270" anchor="t" anchorCtr="0">
          <a:noAutofit/>
        </a:bodyPr>
        <a:lstStyle/>
        <a:p>
          <a:pPr marL="228600" lvl="1" indent="-228600" algn="l" defTabSz="1200150">
            <a:lnSpc>
              <a:spcPct val="90000"/>
            </a:lnSpc>
            <a:spcBef>
              <a:spcPct val="0"/>
            </a:spcBef>
            <a:spcAft>
              <a:spcPct val="15000"/>
            </a:spcAft>
            <a:buChar char="•"/>
          </a:pPr>
          <a:r>
            <a:rPr lang="fr-FR" sz="2700" kern="1200" dirty="0"/>
            <a:t>1981</a:t>
          </a:r>
        </a:p>
        <a:p>
          <a:pPr marL="228600" lvl="1" indent="-228600" algn="l" defTabSz="1200150">
            <a:lnSpc>
              <a:spcPct val="90000"/>
            </a:lnSpc>
            <a:spcBef>
              <a:spcPct val="0"/>
            </a:spcBef>
            <a:spcAft>
              <a:spcPct val="15000"/>
            </a:spcAft>
            <a:buChar char="•"/>
          </a:pPr>
          <a:endParaRPr lang="fr-FR" sz="2700" kern="1200" dirty="0"/>
        </a:p>
      </dsp:txBody>
      <dsp:txXfrm>
        <a:off x="3386" y="859824"/>
        <a:ext cx="3302161" cy="3409289"/>
      </dsp:txXfrm>
    </dsp:sp>
    <dsp:sp modelId="{CB0990A9-64B9-403D-A980-81FEDF50898D}">
      <dsp:nvSpPr>
        <dsp:cNvPr id="0" name=""/>
        <dsp:cNvSpPr/>
      </dsp:nvSpPr>
      <dsp:spPr>
        <a:xfrm>
          <a:off x="3767850" y="82224"/>
          <a:ext cx="3302161" cy="777600"/>
        </a:xfrm>
        <a:prstGeom prst="rect">
          <a:avLst/>
        </a:prstGeom>
        <a:gradFill rotWithShape="0">
          <a:gsLst>
            <a:gs pos="0">
              <a:schemeClr val="accent3">
                <a:hueOff val="-6776060"/>
                <a:satOff val="-36182"/>
                <a:lumOff val="10785"/>
                <a:alphaOff val="0"/>
                <a:satMod val="103000"/>
                <a:lumMod val="102000"/>
                <a:tint val="94000"/>
              </a:schemeClr>
            </a:gs>
            <a:gs pos="50000">
              <a:schemeClr val="accent3">
                <a:hueOff val="-6776060"/>
                <a:satOff val="-36182"/>
                <a:lumOff val="10785"/>
                <a:alphaOff val="0"/>
                <a:satMod val="110000"/>
                <a:lumMod val="100000"/>
                <a:shade val="100000"/>
              </a:schemeClr>
            </a:gs>
            <a:gs pos="100000">
              <a:schemeClr val="accent3">
                <a:hueOff val="-6776060"/>
                <a:satOff val="-36182"/>
                <a:lumOff val="10785"/>
                <a:alphaOff val="0"/>
                <a:lumMod val="99000"/>
                <a:satMod val="120000"/>
                <a:shade val="78000"/>
              </a:schemeClr>
            </a:gs>
          </a:gsLst>
          <a:lin ang="5400000" scaled="0"/>
        </a:gradFill>
        <a:ln w="6350" cap="flat" cmpd="sng" algn="ctr">
          <a:solidFill>
            <a:schemeClr val="accent3">
              <a:hueOff val="-6776060"/>
              <a:satOff val="-36182"/>
              <a:lumOff val="10785"/>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92024" tIns="109728" rIns="192024" bIns="109728" numCol="1" spcCol="1270" anchor="ctr" anchorCtr="0">
          <a:noAutofit/>
        </a:bodyPr>
        <a:lstStyle/>
        <a:p>
          <a:pPr marL="0" lvl="0" indent="0" algn="ctr" defTabSz="1200150">
            <a:lnSpc>
              <a:spcPct val="90000"/>
            </a:lnSpc>
            <a:spcBef>
              <a:spcPct val="0"/>
            </a:spcBef>
            <a:spcAft>
              <a:spcPct val="35000"/>
            </a:spcAft>
            <a:buNone/>
          </a:pPr>
          <a:r>
            <a:rPr lang="fr-FR" sz="2700" kern="1200" dirty="0"/>
            <a:t>secteur</a:t>
          </a:r>
        </a:p>
      </dsp:txBody>
      <dsp:txXfrm>
        <a:off x="3767850" y="82224"/>
        <a:ext cx="3302161" cy="777600"/>
      </dsp:txXfrm>
    </dsp:sp>
    <dsp:sp modelId="{1BB1FFE4-3366-4756-9414-8A0A2EF57639}">
      <dsp:nvSpPr>
        <dsp:cNvPr id="0" name=""/>
        <dsp:cNvSpPr/>
      </dsp:nvSpPr>
      <dsp:spPr>
        <a:xfrm>
          <a:off x="3767850" y="859824"/>
          <a:ext cx="3302161" cy="3409289"/>
        </a:xfrm>
        <a:prstGeom prst="rect">
          <a:avLst/>
        </a:prstGeom>
        <a:solidFill>
          <a:schemeClr val="accent3">
            <a:tint val="40000"/>
            <a:alpha val="90000"/>
            <a:hueOff val="-7007101"/>
            <a:satOff val="-2372"/>
            <a:lumOff val="1031"/>
            <a:alphaOff val="0"/>
          </a:schemeClr>
        </a:solidFill>
        <a:ln w="6350" cap="flat" cmpd="sng" algn="ctr">
          <a:solidFill>
            <a:schemeClr val="accent3">
              <a:tint val="40000"/>
              <a:alpha val="90000"/>
              <a:hueOff val="-7007101"/>
              <a:satOff val="-2372"/>
              <a:lumOff val="1031"/>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44018" tIns="144018" rIns="192024" bIns="216027" numCol="1" spcCol="1270" anchor="t" anchorCtr="0">
          <a:noAutofit/>
        </a:bodyPr>
        <a:lstStyle/>
        <a:p>
          <a:pPr marL="228600" lvl="1" indent="-228600" algn="l" defTabSz="1200150">
            <a:lnSpc>
              <a:spcPct val="90000"/>
            </a:lnSpc>
            <a:spcBef>
              <a:spcPct val="0"/>
            </a:spcBef>
            <a:spcAft>
              <a:spcPct val="15000"/>
            </a:spcAft>
            <a:buChar char="•"/>
          </a:pPr>
          <a:r>
            <a:rPr lang="fr-FR" sz="2700" kern="1200" dirty="0"/>
            <a:t>hôtellerie</a:t>
          </a:r>
        </a:p>
        <a:p>
          <a:pPr marL="228600" lvl="1" indent="-228600" algn="l" defTabSz="1200150">
            <a:lnSpc>
              <a:spcPct val="90000"/>
            </a:lnSpc>
            <a:spcBef>
              <a:spcPct val="0"/>
            </a:spcBef>
            <a:spcAft>
              <a:spcPct val="15000"/>
            </a:spcAft>
            <a:buChar char="•"/>
          </a:pPr>
          <a:endParaRPr lang="fr-FR" sz="2700" kern="1200" dirty="0"/>
        </a:p>
      </dsp:txBody>
      <dsp:txXfrm>
        <a:off x="3767850" y="859824"/>
        <a:ext cx="3302161" cy="3409289"/>
      </dsp:txXfrm>
    </dsp:sp>
    <dsp:sp modelId="{9550F030-A89D-4AC3-B772-91FBD0289DA7}">
      <dsp:nvSpPr>
        <dsp:cNvPr id="0" name=""/>
        <dsp:cNvSpPr/>
      </dsp:nvSpPr>
      <dsp:spPr>
        <a:xfrm>
          <a:off x="7535700" y="133024"/>
          <a:ext cx="3302161" cy="777600"/>
        </a:xfrm>
        <a:prstGeom prst="rect">
          <a:avLst/>
        </a:prstGeom>
        <a:gradFill rotWithShape="0">
          <a:gsLst>
            <a:gs pos="0">
              <a:schemeClr val="accent3">
                <a:hueOff val="-13552120"/>
                <a:satOff val="-72364"/>
                <a:lumOff val="21571"/>
                <a:alphaOff val="0"/>
                <a:satMod val="103000"/>
                <a:lumMod val="102000"/>
                <a:tint val="94000"/>
              </a:schemeClr>
            </a:gs>
            <a:gs pos="50000">
              <a:schemeClr val="accent3">
                <a:hueOff val="-13552120"/>
                <a:satOff val="-72364"/>
                <a:lumOff val="21571"/>
                <a:alphaOff val="0"/>
                <a:satMod val="110000"/>
                <a:lumMod val="100000"/>
                <a:shade val="100000"/>
              </a:schemeClr>
            </a:gs>
            <a:gs pos="100000">
              <a:schemeClr val="accent3">
                <a:hueOff val="-13552120"/>
                <a:satOff val="-72364"/>
                <a:lumOff val="21571"/>
                <a:alphaOff val="0"/>
                <a:lumMod val="99000"/>
                <a:satMod val="120000"/>
                <a:shade val="78000"/>
              </a:schemeClr>
            </a:gs>
          </a:gsLst>
          <a:lin ang="5400000" scaled="0"/>
        </a:gradFill>
        <a:ln w="6350" cap="flat" cmpd="sng" algn="ctr">
          <a:solidFill>
            <a:schemeClr val="accent3">
              <a:hueOff val="-13552120"/>
              <a:satOff val="-72364"/>
              <a:lumOff val="21571"/>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92024" tIns="109728" rIns="192024" bIns="109728" numCol="1" spcCol="1270" anchor="ctr" anchorCtr="0">
          <a:noAutofit/>
        </a:bodyPr>
        <a:lstStyle/>
        <a:p>
          <a:pPr marL="0" lvl="0" indent="0" algn="ctr" defTabSz="1200150">
            <a:lnSpc>
              <a:spcPct val="90000"/>
            </a:lnSpc>
            <a:spcBef>
              <a:spcPct val="0"/>
            </a:spcBef>
            <a:spcAft>
              <a:spcPct val="35000"/>
            </a:spcAft>
            <a:buNone/>
          </a:pPr>
          <a:r>
            <a:rPr lang="fr-FR" sz="2700" kern="1200" dirty="0"/>
            <a:t>mission</a:t>
          </a:r>
        </a:p>
      </dsp:txBody>
      <dsp:txXfrm>
        <a:off x="7535700" y="133024"/>
        <a:ext cx="3302161" cy="777600"/>
      </dsp:txXfrm>
    </dsp:sp>
    <dsp:sp modelId="{CF5392CE-1470-4167-A255-69F6A135944C}">
      <dsp:nvSpPr>
        <dsp:cNvPr id="0" name=""/>
        <dsp:cNvSpPr/>
      </dsp:nvSpPr>
      <dsp:spPr>
        <a:xfrm>
          <a:off x="7532314" y="859824"/>
          <a:ext cx="3302161" cy="3409289"/>
        </a:xfrm>
        <a:prstGeom prst="rect">
          <a:avLst/>
        </a:prstGeom>
        <a:solidFill>
          <a:schemeClr val="accent3">
            <a:tint val="40000"/>
            <a:alpha val="90000"/>
            <a:hueOff val="-14014201"/>
            <a:satOff val="-4743"/>
            <a:lumOff val="2062"/>
            <a:alphaOff val="0"/>
          </a:schemeClr>
        </a:solidFill>
        <a:ln w="6350" cap="flat" cmpd="sng" algn="ctr">
          <a:solidFill>
            <a:schemeClr val="accent3">
              <a:tint val="40000"/>
              <a:alpha val="90000"/>
              <a:hueOff val="-14014201"/>
              <a:satOff val="-4743"/>
              <a:lumOff val="2062"/>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44018" tIns="144018" rIns="192024" bIns="216027" numCol="1" spcCol="1270" anchor="t" anchorCtr="0">
          <a:noAutofit/>
        </a:bodyPr>
        <a:lstStyle/>
        <a:p>
          <a:pPr marL="228600" lvl="1" indent="-228600" algn="l" defTabSz="1200150">
            <a:lnSpc>
              <a:spcPct val="90000"/>
            </a:lnSpc>
            <a:spcBef>
              <a:spcPct val="0"/>
            </a:spcBef>
            <a:spcAft>
              <a:spcPct val="15000"/>
            </a:spcAft>
            <a:buChar char="•"/>
          </a:pPr>
          <a:r>
            <a:rPr lang="en-US" sz="2700" kern="1200" dirty="0" err="1"/>
            <a:t>préparer</a:t>
          </a:r>
          <a:r>
            <a:rPr lang="en-US" sz="2700" kern="1200" dirty="0"/>
            <a:t> les </a:t>
          </a:r>
          <a:r>
            <a:rPr lang="en-US" sz="2700" kern="1200" dirty="0" err="1"/>
            <a:t>jeunes</a:t>
          </a:r>
          <a:r>
            <a:rPr lang="en-US" sz="2700" kern="1200" dirty="0"/>
            <a:t> </a:t>
          </a:r>
          <a:r>
            <a:rPr lang="en-US" sz="2700" kern="1200" dirty="0" err="1"/>
            <a:t>générations</a:t>
          </a:r>
          <a:r>
            <a:rPr lang="en-US" sz="2700" kern="1200" dirty="0"/>
            <a:t> à </a:t>
          </a:r>
          <a:r>
            <a:rPr lang="en-US" sz="2700" kern="1200" dirty="0" err="1"/>
            <a:t>construire</a:t>
          </a:r>
          <a:r>
            <a:rPr lang="en-US" sz="2700" kern="1200" dirty="0"/>
            <a:t> </a:t>
          </a:r>
          <a:r>
            <a:rPr lang="en-US" sz="2700" kern="1200" dirty="0" err="1"/>
            <a:t>leur</a:t>
          </a:r>
          <a:r>
            <a:rPr lang="en-US" sz="2700" kern="1200" dirty="0"/>
            <a:t> avenir </a:t>
          </a:r>
          <a:r>
            <a:rPr lang="en-US" sz="2700" kern="1200" dirty="0" err="1"/>
            <a:t>professionnel</a:t>
          </a:r>
          <a:r>
            <a:rPr lang="en-US" sz="2700" kern="1200" dirty="0"/>
            <a:t> dans </a:t>
          </a:r>
          <a:r>
            <a:rPr lang="en-US" sz="2700" kern="1200" dirty="0" err="1"/>
            <a:t>l’hôtellerie</a:t>
          </a:r>
          <a:r>
            <a:rPr lang="en-US" sz="2700" kern="1200" dirty="0"/>
            <a:t> </a:t>
          </a:r>
          <a:r>
            <a:rPr lang="en-US" sz="2700" kern="1200" dirty="0" err="1"/>
            <a:t>internationale</a:t>
          </a:r>
          <a:r>
            <a:rPr lang="en-US" sz="2700" kern="1200" dirty="0"/>
            <a:t> et le </a:t>
          </a:r>
          <a:r>
            <a:rPr lang="en-US" sz="2700" kern="1200" dirty="0" err="1"/>
            <a:t>tourisme</a:t>
          </a:r>
          <a:endParaRPr lang="fr-FR" sz="2700" kern="1200" dirty="0"/>
        </a:p>
      </dsp:txBody>
      <dsp:txXfrm>
        <a:off x="7532314" y="859824"/>
        <a:ext cx="3302161" cy="340928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733DD9-82B8-4146-8A5A-8413F6331658}">
      <dsp:nvSpPr>
        <dsp:cNvPr id="0" name=""/>
        <dsp:cNvSpPr/>
      </dsp:nvSpPr>
      <dsp:spPr>
        <a:xfrm rot="10800000">
          <a:off x="2433216" y="181"/>
          <a:ext cx="7764581" cy="1909902"/>
        </a:xfrm>
        <a:prstGeom prst="homePlate">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42214" tIns="190500" rIns="355600" bIns="190500" numCol="1" spcCol="1270" anchor="ctr" anchorCtr="0">
          <a:noAutofit/>
        </a:bodyPr>
        <a:lstStyle/>
        <a:p>
          <a:pPr marL="0" lvl="0" indent="0" algn="ctr" defTabSz="2222500">
            <a:lnSpc>
              <a:spcPct val="90000"/>
            </a:lnSpc>
            <a:spcBef>
              <a:spcPct val="0"/>
            </a:spcBef>
            <a:spcAft>
              <a:spcPct val="35000"/>
            </a:spcAft>
            <a:buNone/>
          </a:pPr>
          <a:r>
            <a:rPr lang="fr-FR" sz="5000" kern="1200" dirty="0"/>
            <a:t>Localisation: </a:t>
          </a:r>
          <a:r>
            <a:rPr lang="fr-FR" sz="5000" kern="1200" dirty="0" err="1"/>
            <a:t>Ambatoroka</a:t>
          </a:r>
          <a:endParaRPr lang="fr-FR" sz="5000" kern="1200" dirty="0"/>
        </a:p>
      </dsp:txBody>
      <dsp:txXfrm rot="10800000">
        <a:off x="2910691" y="181"/>
        <a:ext cx="7287106" cy="1909902"/>
      </dsp:txXfrm>
    </dsp:sp>
    <dsp:sp modelId="{47D02538-A97F-457F-A79B-1CF2AC4DB1DD}">
      <dsp:nvSpPr>
        <dsp:cNvPr id="0" name=""/>
        <dsp:cNvSpPr/>
      </dsp:nvSpPr>
      <dsp:spPr>
        <a:xfrm>
          <a:off x="1478264" y="181"/>
          <a:ext cx="1909902" cy="1909902"/>
        </a:xfrm>
        <a:prstGeom prst="ellipse">
          <a:avLst/>
        </a:prstGeom>
        <a:solidFill>
          <a:schemeClr val="accent2">
            <a:tint val="50000"/>
            <a:hueOff val="0"/>
            <a:satOff val="0"/>
            <a:lumOff val="0"/>
            <a:alphaOff val="0"/>
          </a:schemeClr>
        </a:solid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214E645B-A661-4EAB-9D34-FC6A3D6D49E8}">
      <dsp:nvSpPr>
        <dsp:cNvPr id="0" name=""/>
        <dsp:cNvSpPr/>
      </dsp:nvSpPr>
      <dsp:spPr>
        <a:xfrm rot="10800000">
          <a:off x="2433216" y="2441253"/>
          <a:ext cx="7764581" cy="1909902"/>
        </a:xfrm>
        <a:prstGeom prst="homePlate">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842214" tIns="190500" rIns="355600" bIns="190500" numCol="1" spcCol="1270" anchor="ctr" anchorCtr="0">
          <a:noAutofit/>
        </a:bodyPr>
        <a:lstStyle/>
        <a:p>
          <a:pPr marL="0" lvl="0" indent="0" algn="ctr" defTabSz="2222500">
            <a:lnSpc>
              <a:spcPct val="90000"/>
            </a:lnSpc>
            <a:spcBef>
              <a:spcPct val="0"/>
            </a:spcBef>
            <a:spcAft>
              <a:spcPct val="35000"/>
            </a:spcAft>
            <a:buNone/>
          </a:pPr>
          <a:r>
            <a:rPr lang="fr-FR" sz="5000" kern="1200" dirty="0"/>
            <a:t>Il permet aux étudiants de faire des pratiques</a:t>
          </a:r>
        </a:p>
      </dsp:txBody>
      <dsp:txXfrm rot="10800000">
        <a:off x="2910691" y="2441253"/>
        <a:ext cx="7287106" cy="1909902"/>
      </dsp:txXfrm>
    </dsp:sp>
    <dsp:sp modelId="{F3BBAA22-4C36-4C2F-B586-25A2D0444585}">
      <dsp:nvSpPr>
        <dsp:cNvPr id="0" name=""/>
        <dsp:cNvSpPr/>
      </dsp:nvSpPr>
      <dsp:spPr>
        <a:xfrm>
          <a:off x="1478264" y="2441253"/>
          <a:ext cx="1909902" cy="1909902"/>
        </a:xfrm>
        <a:prstGeom prst="ellipse">
          <a:avLst/>
        </a:prstGeom>
        <a:solidFill>
          <a:schemeClr val="accent3">
            <a:tint val="50000"/>
            <a:hueOff val="0"/>
            <a:satOff val="0"/>
            <a:lumOff val="0"/>
            <a:alphaOff val="0"/>
          </a:schemeClr>
        </a:solid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5E9EE4-8CC2-492F-973C-B3397FE36133}">
      <dsp:nvSpPr>
        <dsp:cNvPr id="0" name=""/>
        <dsp:cNvSpPr/>
      </dsp:nvSpPr>
      <dsp:spPr>
        <a:xfrm>
          <a:off x="2070" y="66718"/>
          <a:ext cx="3284744" cy="226318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70F085E-CDFD-4924-8EDD-BA7D769128A9}">
      <dsp:nvSpPr>
        <dsp:cNvPr id="0" name=""/>
        <dsp:cNvSpPr/>
      </dsp:nvSpPr>
      <dsp:spPr>
        <a:xfrm>
          <a:off x="2070" y="2329907"/>
          <a:ext cx="3284744" cy="1218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0" numCol="1" spcCol="1270" anchor="t" anchorCtr="0">
          <a:noAutofit/>
        </a:bodyPr>
        <a:lstStyle/>
        <a:p>
          <a:pPr marL="0" lvl="0" indent="0" algn="ctr" defTabSz="1066800">
            <a:lnSpc>
              <a:spcPct val="90000"/>
            </a:lnSpc>
            <a:spcBef>
              <a:spcPct val="0"/>
            </a:spcBef>
            <a:spcAft>
              <a:spcPct val="35000"/>
            </a:spcAft>
            <a:buNone/>
          </a:pPr>
          <a:r>
            <a:rPr lang="fr-FR" sz="2400" kern="1200" dirty="0">
              <a:solidFill>
                <a:srgbClr val="00B0F0"/>
              </a:solidFill>
            </a:rPr>
            <a:t>S’ouvrir au monde et réussir</a:t>
          </a:r>
        </a:p>
      </dsp:txBody>
      <dsp:txXfrm>
        <a:off x="2070" y="2329907"/>
        <a:ext cx="3284744" cy="1218640"/>
      </dsp:txXfrm>
    </dsp:sp>
    <dsp:sp modelId="{48437BE0-2CD3-4288-A2BE-83ADBFA74353}">
      <dsp:nvSpPr>
        <dsp:cNvPr id="0" name=""/>
        <dsp:cNvSpPr/>
      </dsp:nvSpPr>
      <dsp:spPr>
        <a:xfrm>
          <a:off x="3615427" y="66718"/>
          <a:ext cx="3284744" cy="226318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D97F9E4-2A20-44AA-9A8E-AD43EA4E981A}">
      <dsp:nvSpPr>
        <dsp:cNvPr id="0" name=""/>
        <dsp:cNvSpPr/>
      </dsp:nvSpPr>
      <dsp:spPr>
        <a:xfrm>
          <a:off x="3615427" y="2329907"/>
          <a:ext cx="3284744" cy="1218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0" numCol="1" spcCol="1270" anchor="t" anchorCtr="0">
          <a:noAutofit/>
        </a:bodyPr>
        <a:lstStyle/>
        <a:p>
          <a:pPr marL="0" lvl="0" indent="0" algn="ctr" defTabSz="1066800">
            <a:lnSpc>
              <a:spcPct val="90000"/>
            </a:lnSpc>
            <a:spcBef>
              <a:spcPct val="0"/>
            </a:spcBef>
            <a:spcAft>
              <a:spcPct val="35000"/>
            </a:spcAft>
            <a:buNone/>
          </a:pPr>
          <a:r>
            <a:rPr lang="fr-FR" sz="2400" kern="1200" dirty="0">
              <a:solidFill>
                <a:srgbClr val="00B0F0"/>
              </a:solidFill>
            </a:rPr>
            <a:t>Leadership: </a:t>
          </a:r>
          <a:r>
            <a:rPr lang="fr-FR" sz="2400" kern="1200" dirty="0">
              <a:solidFill>
                <a:schemeClr val="tx1"/>
              </a:solidFill>
            </a:rPr>
            <a:t>montrer l’exemple</a:t>
          </a:r>
          <a:endParaRPr lang="fr-FR" sz="2400" kern="1200" dirty="0">
            <a:solidFill>
              <a:srgbClr val="00B0F0"/>
            </a:solidFill>
          </a:endParaRPr>
        </a:p>
      </dsp:txBody>
      <dsp:txXfrm>
        <a:off x="3615427" y="2329907"/>
        <a:ext cx="3284744" cy="1218640"/>
      </dsp:txXfrm>
    </dsp:sp>
    <dsp:sp modelId="{9DF02A77-C0BC-47CE-A2F5-F8DA178C6E62}">
      <dsp:nvSpPr>
        <dsp:cNvPr id="0" name=""/>
        <dsp:cNvSpPr/>
      </dsp:nvSpPr>
      <dsp:spPr>
        <a:xfrm>
          <a:off x="7228784" y="66718"/>
          <a:ext cx="3284744" cy="226318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39352B2-EA2B-4D8A-A28B-C7960E47723E}">
      <dsp:nvSpPr>
        <dsp:cNvPr id="0" name=""/>
        <dsp:cNvSpPr/>
      </dsp:nvSpPr>
      <dsp:spPr>
        <a:xfrm>
          <a:off x="7228784" y="2329907"/>
          <a:ext cx="3284744" cy="1218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0688" tIns="170688" rIns="170688" bIns="0" numCol="1" spcCol="1270" anchor="t" anchorCtr="0">
          <a:noAutofit/>
        </a:bodyPr>
        <a:lstStyle/>
        <a:p>
          <a:pPr marL="0" lvl="0" indent="0" algn="ctr" defTabSz="1066800">
            <a:lnSpc>
              <a:spcPct val="90000"/>
            </a:lnSpc>
            <a:spcBef>
              <a:spcPct val="0"/>
            </a:spcBef>
            <a:spcAft>
              <a:spcPct val="35000"/>
            </a:spcAft>
            <a:buNone/>
          </a:pPr>
          <a:r>
            <a:rPr lang="fr-FR" sz="2400" kern="1200" dirty="0">
              <a:solidFill>
                <a:srgbClr val="00B0F0"/>
              </a:solidFill>
            </a:rPr>
            <a:t>Intégrité: </a:t>
          </a:r>
          <a:r>
            <a:rPr lang="en-US" sz="2400" kern="1200" dirty="0" err="1"/>
            <a:t>confiance</a:t>
          </a:r>
          <a:r>
            <a:rPr lang="en-US" sz="2400" kern="1200" dirty="0"/>
            <a:t> et </a:t>
          </a:r>
          <a:r>
            <a:rPr lang="en-US" sz="2400" kern="1200" dirty="0" err="1"/>
            <a:t>maintien</a:t>
          </a:r>
          <a:r>
            <a:rPr lang="en-US" sz="2400" kern="1200" dirty="0"/>
            <a:t> de la </a:t>
          </a:r>
          <a:r>
            <a:rPr lang="en-US" sz="2400" kern="1200" dirty="0" err="1"/>
            <a:t>qualité</a:t>
          </a:r>
          <a:r>
            <a:rPr lang="en-US" sz="2400" kern="1200" dirty="0"/>
            <a:t> des services</a:t>
          </a:r>
          <a:endParaRPr lang="fr-FR" sz="2400" kern="1200" dirty="0">
            <a:solidFill>
              <a:srgbClr val="00B0F0"/>
            </a:solidFill>
          </a:endParaRPr>
        </a:p>
      </dsp:txBody>
      <dsp:txXfrm>
        <a:off x="7228784" y="2329907"/>
        <a:ext cx="3284744" cy="121864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5E9EE4-8CC2-492F-973C-B3397FE36133}">
      <dsp:nvSpPr>
        <dsp:cNvPr id="0" name=""/>
        <dsp:cNvSpPr/>
      </dsp:nvSpPr>
      <dsp:spPr>
        <a:xfrm>
          <a:off x="2070" y="66718"/>
          <a:ext cx="3284744" cy="226318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70F085E-CDFD-4924-8EDD-BA7D769128A9}">
      <dsp:nvSpPr>
        <dsp:cNvPr id="0" name=""/>
        <dsp:cNvSpPr/>
      </dsp:nvSpPr>
      <dsp:spPr>
        <a:xfrm>
          <a:off x="2070" y="2329907"/>
          <a:ext cx="3284744" cy="1218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64" tIns="156464" rIns="156464" bIns="0" numCol="1" spcCol="1270" anchor="t" anchorCtr="0">
          <a:noAutofit/>
        </a:bodyPr>
        <a:lstStyle/>
        <a:p>
          <a:pPr marL="0" lvl="0" indent="0" algn="ctr" defTabSz="977900">
            <a:lnSpc>
              <a:spcPct val="90000"/>
            </a:lnSpc>
            <a:spcBef>
              <a:spcPct val="0"/>
            </a:spcBef>
            <a:spcAft>
              <a:spcPct val="35000"/>
            </a:spcAft>
            <a:buNone/>
          </a:pPr>
          <a:r>
            <a:rPr lang="fr-FR" sz="2200" kern="1200" dirty="0">
              <a:solidFill>
                <a:srgbClr val="00B0F0"/>
              </a:solidFill>
            </a:rPr>
            <a:t>Discipline:</a:t>
          </a:r>
          <a:r>
            <a:rPr lang="en-US" sz="2200" kern="1200" dirty="0" err="1"/>
            <a:t>maintien</a:t>
          </a:r>
          <a:r>
            <a:rPr lang="en-US" sz="2200" kern="1200" dirty="0"/>
            <a:t> un </a:t>
          </a:r>
          <a:r>
            <a:rPr lang="en-US" sz="2200" kern="1200" dirty="0" err="1"/>
            <a:t>niveau</a:t>
          </a:r>
          <a:r>
            <a:rPr lang="en-US" sz="2200" kern="1200" dirty="0"/>
            <a:t> </a:t>
          </a:r>
          <a:r>
            <a:rPr lang="en-US" sz="2200" kern="1200" dirty="0" err="1"/>
            <a:t>élevé</a:t>
          </a:r>
          <a:r>
            <a:rPr lang="en-US" sz="2200" kern="1200" dirty="0"/>
            <a:t> de </a:t>
          </a:r>
          <a:r>
            <a:rPr lang="en-US" sz="2200" kern="1200" dirty="0" err="1"/>
            <a:t>professionnalisme</a:t>
          </a:r>
          <a:endParaRPr lang="fr-FR" sz="2200" kern="1200" dirty="0">
            <a:solidFill>
              <a:srgbClr val="00B0F0"/>
            </a:solidFill>
          </a:endParaRPr>
        </a:p>
      </dsp:txBody>
      <dsp:txXfrm>
        <a:off x="2070" y="2329907"/>
        <a:ext cx="3284744" cy="1218640"/>
      </dsp:txXfrm>
    </dsp:sp>
    <dsp:sp modelId="{48437BE0-2CD3-4288-A2BE-83ADBFA74353}">
      <dsp:nvSpPr>
        <dsp:cNvPr id="0" name=""/>
        <dsp:cNvSpPr/>
      </dsp:nvSpPr>
      <dsp:spPr>
        <a:xfrm>
          <a:off x="3615427" y="66718"/>
          <a:ext cx="3284744" cy="226318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D97F9E4-2A20-44AA-9A8E-AD43EA4E981A}">
      <dsp:nvSpPr>
        <dsp:cNvPr id="0" name=""/>
        <dsp:cNvSpPr/>
      </dsp:nvSpPr>
      <dsp:spPr>
        <a:xfrm>
          <a:off x="3615427" y="2329907"/>
          <a:ext cx="3284744" cy="1218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64" tIns="156464" rIns="156464" bIns="0" numCol="1" spcCol="1270" anchor="t" anchorCtr="0">
          <a:noAutofit/>
        </a:bodyPr>
        <a:lstStyle/>
        <a:p>
          <a:pPr marL="0" lvl="0" indent="0" algn="ctr" defTabSz="977900">
            <a:lnSpc>
              <a:spcPct val="90000"/>
            </a:lnSpc>
            <a:spcBef>
              <a:spcPct val="0"/>
            </a:spcBef>
            <a:spcAft>
              <a:spcPct val="35000"/>
            </a:spcAft>
            <a:buNone/>
          </a:pPr>
          <a:r>
            <a:rPr lang="fr-FR" sz="2200" kern="1200" dirty="0">
              <a:solidFill>
                <a:srgbClr val="00B0F0"/>
              </a:solidFill>
            </a:rPr>
            <a:t>Innovation</a:t>
          </a:r>
        </a:p>
      </dsp:txBody>
      <dsp:txXfrm>
        <a:off x="3615427" y="2329907"/>
        <a:ext cx="3284744" cy="1218640"/>
      </dsp:txXfrm>
    </dsp:sp>
    <dsp:sp modelId="{9DF02A77-C0BC-47CE-A2F5-F8DA178C6E62}">
      <dsp:nvSpPr>
        <dsp:cNvPr id="0" name=""/>
        <dsp:cNvSpPr/>
      </dsp:nvSpPr>
      <dsp:spPr>
        <a:xfrm>
          <a:off x="7228784" y="66718"/>
          <a:ext cx="3284744" cy="226318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39352B2-EA2B-4D8A-A28B-C7960E47723E}">
      <dsp:nvSpPr>
        <dsp:cNvPr id="0" name=""/>
        <dsp:cNvSpPr/>
      </dsp:nvSpPr>
      <dsp:spPr>
        <a:xfrm>
          <a:off x="7228784" y="2329907"/>
          <a:ext cx="3284744" cy="12186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64" tIns="156464" rIns="156464" bIns="0" numCol="1" spcCol="1270" anchor="t" anchorCtr="0">
          <a:noAutofit/>
        </a:bodyPr>
        <a:lstStyle/>
        <a:p>
          <a:pPr marL="0" lvl="0" indent="0" algn="ctr" defTabSz="977900">
            <a:lnSpc>
              <a:spcPct val="90000"/>
            </a:lnSpc>
            <a:spcBef>
              <a:spcPct val="0"/>
            </a:spcBef>
            <a:spcAft>
              <a:spcPct val="35000"/>
            </a:spcAft>
            <a:buNone/>
          </a:pPr>
          <a:r>
            <a:rPr lang="en-US" sz="2200" kern="1200" dirty="0"/>
            <a:t>Les </a:t>
          </a:r>
          <a:r>
            <a:rPr lang="en-US" sz="2200" kern="1200" dirty="0" err="1"/>
            <a:t>personnes</a:t>
          </a:r>
          <a:r>
            <a:rPr lang="en-US" sz="2200" kern="1200" dirty="0"/>
            <a:t> </a:t>
          </a:r>
          <a:r>
            <a:rPr lang="en-US" sz="2200" kern="1200" dirty="0" err="1"/>
            <a:t>travaillant</a:t>
          </a:r>
          <a:r>
            <a:rPr lang="en-US" sz="2200" kern="1200" dirty="0"/>
            <a:t> chez </a:t>
          </a:r>
          <a:r>
            <a:rPr lang="en-US" sz="2200" kern="1200" dirty="0" err="1"/>
            <a:t>Vatel</a:t>
          </a:r>
          <a:r>
            <a:rPr lang="en-US" sz="2200" kern="1200" dirty="0"/>
            <a:t> se </a:t>
          </a:r>
          <a:r>
            <a:rPr lang="en-US" sz="2200" kern="1200" dirty="0" err="1"/>
            <a:t>considèrent</a:t>
          </a:r>
          <a:r>
            <a:rPr lang="en-US" sz="2200" kern="1200" dirty="0"/>
            <a:t> </a:t>
          </a:r>
          <a:r>
            <a:rPr lang="en-US" sz="2200" kern="1200" dirty="0" err="1"/>
            <a:t>comme</a:t>
          </a:r>
          <a:r>
            <a:rPr lang="en-US" sz="2200" kern="1200" dirty="0"/>
            <a:t> </a:t>
          </a:r>
          <a:r>
            <a:rPr lang="en-US" sz="2200" kern="1200" dirty="0" err="1"/>
            <a:t>une</a:t>
          </a:r>
          <a:r>
            <a:rPr lang="en-US" sz="2200" kern="1200" dirty="0"/>
            <a:t> </a:t>
          </a:r>
          <a:r>
            <a:rPr lang="en-US" sz="2200" kern="1200" dirty="0" err="1"/>
            <a:t>famille</a:t>
          </a:r>
          <a:endParaRPr lang="fr-FR" sz="2200" kern="1200" dirty="0">
            <a:solidFill>
              <a:srgbClr val="00B0F0"/>
            </a:solidFill>
          </a:endParaRPr>
        </a:p>
      </dsp:txBody>
      <dsp:txXfrm>
        <a:off x="7228784" y="2329907"/>
        <a:ext cx="3284744" cy="121864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F943C6-8344-45F4-9094-C60B0753A68D}">
      <dsp:nvSpPr>
        <dsp:cNvPr id="0" name=""/>
        <dsp:cNvSpPr/>
      </dsp:nvSpPr>
      <dsp:spPr>
        <a:xfrm>
          <a:off x="0" y="508598"/>
          <a:ext cx="3079749" cy="184784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Le manager </a:t>
          </a:r>
          <a:r>
            <a:rPr lang="en-US" sz="3000" kern="1200" dirty="0" err="1"/>
            <a:t>montre</a:t>
          </a:r>
          <a:r>
            <a:rPr lang="en-US" sz="3000" kern="1200" dirty="0"/>
            <a:t> </a:t>
          </a:r>
          <a:r>
            <a:rPr lang="en-US" sz="3000" kern="1200" dirty="0" err="1"/>
            <a:t>l'exemple</a:t>
          </a:r>
          <a:endParaRPr lang="fr-FR" sz="3000" kern="1200" dirty="0"/>
        </a:p>
      </dsp:txBody>
      <dsp:txXfrm>
        <a:off x="0" y="508598"/>
        <a:ext cx="3079749" cy="1847849"/>
      </dsp:txXfrm>
    </dsp:sp>
    <dsp:sp modelId="{9E128BAA-0084-4902-804E-406693F5CD96}">
      <dsp:nvSpPr>
        <dsp:cNvPr id="0" name=""/>
        <dsp:cNvSpPr/>
      </dsp:nvSpPr>
      <dsp:spPr>
        <a:xfrm>
          <a:off x="3387725" y="508598"/>
          <a:ext cx="3079749" cy="1847849"/>
        </a:xfrm>
        <a:prstGeom prst="rect">
          <a:avLst/>
        </a:prstGeom>
        <a:gradFill rotWithShape="0">
          <a:gsLst>
            <a:gs pos="0">
              <a:schemeClr val="accent3">
                <a:hueOff val="-6776060"/>
                <a:satOff val="-36182"/>
                <a:lumOff val="10785"/>
                <a:alphaOff val="0"/>
                <a:satMod val="103000"/>
                <a:lumMod val="102000"/>
                <a:tint val="94000"/>
              </a:schemeClr>
            </a:gs>
            <a:gs pos="50000">
              <a:schemeClr val="accent3">
                <a:hueOff val="-6776060"/>
                <a:satOff val="-36182"/>
                <a:lumOff val="10785"/>
                <a:alphaOff val="0"/>
                <a:satMod val="110000"/>
                <a:lumMod val="100000"/>
                <a:shade val="100000"/>
              </a:schemeClr>
            </a:gs>
            <a:gs pos="100000">
              <a:schemeClr val="accent3">
                <a:hueOff val="-6776060"/>
                <a:satOff val="-36182"/>
                <a:lumOff val="1078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a:t>Il se met </a:t>
          </a:r>
          <a:r>
            <a:rPr lang="en-US" sz="3000" kern="1200" dirty="0" err="1"/>
            <a:t>en</a:t>
          </a:r>
          <a:r>
            <a:rPr lang="en-US" sz="3000" kern="1200" dirty="0"/>
            <a:t> </a:t>
          </a:r>
          <a:r>
            <a:rPr lang="en-US" sz="3000" kern="1200" dirty="0" err="1"/>
            <a:t>tâche</a:t>
          </a:r>
          <a:r>
            <a:rPr lang="en-US" sz="3000" kern="1200" dirty="0"/>
            <a:t> avec les </a:t>
          </a:r>
          <a:r>
            <a:rPr lang="en-US" sz="3000" kern="1200" dirty="0" err="1"/>
            <a:t>étudiants</a:t>
          </a:r>
          <a:r>
            <a:rPr lang="en-US" sz="3000" kern="1200" dirty="0"/>
            <a:t> qui </a:t>
          </a:r>
          <a:r>
            <a:rPr lang="en-US" sz="3000" kern="1200" dirty="0" err="1"/>
            <a:t>travaillent</a:t>
          </a:r>
          <a:endParaRPr lang="fr-FR" sz="3000" kern="1200" dirty="0"/>
        </a:p>
      </dsp:txBody>
      <dsp:txXfrm>
        <a:off x="3387725" y="508598"/>
        <a:ext cx="3079749" cy="1847849"/>
      </dsp:txXfrm>
    </dsp:sp>
    <dsp:sp modelId="{F5F60406-C2AE-4B30-AF80-4A9827598AF9}">
      <dsp:nvSpPr>
        <dsp:cNvPr id="0" name=""/>
        <dsp:cNvSpPr/>
      </dsp:nvSpPr>
      <dsp:spPr>
        <a:xfrm>
          <a:off x="6775449" y="508598"/>
          <a:ext cx="3079749" cy="1847849"/>
        </a:xfrm>
        <a:prstGeom prst="rect">
          <a:avLst/>
        </a:prstGeom>
        <a:gradFill rotWithShape="0">
          <a:gsLst>
            <a:gs pos="0">
              <a:schemeClr val="accent3">
                <a:hueOff val="-13552120"/>
                <a:satOff val="-72364"/>
                <a:lumOff val="21571"/>
                <a:alphaOff val="0"/>
                <a:satMod val="103000"/>
                <a:lumMod val="102000"/>
                <a:tint val="94000"/>
              </a:schemeClr>
            </a:gs>
            <a:gs pos="50000">
              <a:schemeClr val="accent3">
                <a:hueOff val="-13552120"/>
                <a:satOff val="-72364"/>
                <a:lumOff val="21571"/>
                <a:alphaOff val="0"/>
                <a:satMod val="110000"/>
                <a:lumMod val="100000"/>
                <a:shade val="100000"/>
              </a:schemeClr>
            </a:gs>
            <a:gs pos="100000">
              <a:schemeClr val="accent3">
                <a:hueOff val="-13552120"/>
                <a:satOff val="-72364"/>
                <a:lumOff val="2157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a:lnSpc>
              <a:spcPct val="90000"/>
            </a:lnSpc>
            <a:spcBef>
              <a:spcPct val="0"/>
            </a:spcBef>
            <a:spcAft>
              <a:spcPct val="35000"/>
            </a:spcAft>
            <a:buNone/>
          </a:pPr>
          <a:r>
            <a:rPr lang="en-US" sz="3000" kern="1200" dirty="0" err="1"/>
            <a:t>Ils</a:t>
          </a:r>
          <a:r>
            <a:rPr lang="en-US" sz="3000" kern="1200" dirty="0"/>
            <a:t> </a:t>
          </a:r>
          <a:r>
            <a:rPr lang="en-US" sz="3000" kern="1200" dirty="0" err="1"/>
            <a:t>écoutent</a:t>
          </a:r>
          <a:r>
            <a:rPr lang="en-US" sz="3000" kern="1200" dirty="0"/>
            <a:t> </a:t>
          </a:r>
          <a:r>
            <a:rPr lang="en-US" sz="3000" kern="1200" dirty="0" err="1"/>
            <a:t>leurs</a:t>
          </a:r>
          <a:r>
            <a:rPr lang="en-US" sz="3000" kern="1200" dirty="0"/>
            <a:t> suggestions </a:t>
          </a:r>
          <a:endParaRPr lang="fr-FR" sz="3000" kern="1200" dirty="0"/>
        </a:p>
      </dsp:txBody>
      <dsp:txXfrm>
        <a:off x="6775449" y="508598"/>
        <a:ext cx="3079749" cy="184784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DB92EC-7BC9-4E1D-B865-FD899A467144}">
      <dsp:nvSpPr>
        <dsp:cNvPr id="0" name=""/>
        <dsp:cNvSpPr/>
      </dsp:nvSpPr>
      <dsp:spPr>
        <a:xfrm>
          <a:off x="52" y="197940"/>
          <a:ext cx="5064372" cy="1385446"/>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w="6350" cap="flat" cmpd="sng" algn="ctr">
          <a:solidFill>
            <a:schemeClr val="accent3">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270256" tIns="154432" rIns="270256" bIns="154432" numCol="1" spcCol="1270" anchor="ctr" anchorCtr="0">
          <a:noAutofit/>
        </a:bodyPr>
        <a:lstStyle/>
        <a:p>
          <a:pPr marL="0" lvl="0" indent="0" algn="ctr" defTabSz="1689100">
            <a:lnSpc>
              <a:spcPct val="90000"/>
            </a:lnSpc>
            <a:spcBef>
              <a:spcPct val="0"/>
            </a:spcBef>
            <a:spcAft>
              <a:spcPct val="35000"/>
            </a:spcAft>
            <a:buNone/>
          </a:pPr>
          <a:r>
            <a:rPr lang="fr-FR" sz="3800" kern="1200" dirty="0"/>
            <a:t>Impacts du Servant Leadership</a:t>
          </a:r>
        </a:p>
      </dsp:txBody>
      <dsp:txXfrm>
        <a:off x="52" y="197940"/>
        <a:ext cx="5064372" cy="1385446"/>
      </dsp:txXfrm>
    </dsp:sp>
    <dsp:sp modelId="{825C6C2D-F007-41E5-8096-30962C608D78}">
      <dsp:nvSpPr>
        <dsp:cNvPr id="0" name=""/>
        <dsp:cNvSpPr/>
      </dsp:nvSpPr>
      <dsp:spPr>
        <a:xfrm>
          <a:off x="52" y="1583387"/>
          <a:ext cx="5064372" cy="3256427"/>
        </a:xfrm>
        <a:prstGeom prst="rect">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02692" tIns="202692" rIns="270256" bIns="304038" numCol="1" spcCol="1270" anchor="t" anchorCtr="0">
          <a:noAutofit/>
        </a:bodyPr>
        <a:lstStyle/>
        <a:p>
          <a:pPr marL="285750" lvl="1" indent="-285750" algn="l" defTabSz="1689100">
            <a:lnSpc>
              <a:spcPct val="90000"/>
            </a:lnSpc>
            <a:spcBef>
              <a:spcPct val="0"/>
            </a:spcBef>
            <a:spcAft>
              <a:spcPct val="15000"/>
            </a:spcAft>
            <a:buChar char="•"/>
          </a:pPr>
          <a:r>
            <a:rPr lang="en-US" sz="3800" kern="1200" dirty="0"/>
            <a:t>Motivation</a:t>
          </a:r>
          <a:endParaRPr lang="fr-FR" sz="3800" kern="1200" dirty="0"/>
        </a:p>
        <a:p>
          <a:pPr marL="285750" lvl="1" indent="-285750" algn="l" defTabSz="1689100">
            <a:lnSpc>
              <a:spcPct val="90000"/>
            </a:lnSpc>
            <a:spcBef>
              <a:spcPct val="0"/>
            </a:spcBef>
            <a:spcAft>
              <a:spcPct val="15000"/>
            </a:spcAft>
            <a:buChar char="•"/>
          </a:pPr>
          <a:r>
            <a:rPr lang="en-US" sz="3800" kern="1200" dirty="0"/>
            <a:t>Bonne influence aux </a:t>
          </a:r>
          <a:r>
            <a:rPr lang="en-US" sz="3800" kern="1200" dirty="0" err="1"/>
            <a:t>étudiants</a:t>
          </a:r>
          <a:endParaRPr lang="fr-FR" sz="3800" kern="1200" dirty="0"/>
        </a:p>
        <a:p>
          <a:pPr marL="285750" lvl="1" indent="-285750" algn="l" defTabSz="1689100">
            <a:lnSpc>
              <a:spcPct val="90000"/>
            </a:lnSpc>
            <a:spcBef>
              <a:spcPct val="0"/>
            </a:spcBef>
            <a:spcAft>
              <a:spcPct val="15000"/>
            </a:spcAft>
            <a:buChar char="•"/>
          </a:pPr>
          <a:endParaRPr lang="fr-FR" sz="3800" kern="1200"/>
        </a:p>
      </dsp:txBody>
      <dsp:txXfrm>
        <a:off x="52" y="1583387"/>
        <a:ext cx="5064372" cy="3256427"/>
      </dsp:txXfrm>
    </dsp:sp>
    <dsp:sp modelId="{883DB85B-38E6-4865-BB54-DBD29A7C02F2}">
      <dsp:nvSpPr>
        <dsp:cNvPr id="0" name=""/>
        <dsp:cNvSpPr/>
      </dsp:nvSpPr>
      <dsp:spPr>
        <a:xfrm>
          <a:off x="5773437" y="197940"/>
          <a:ext cx="5064372" cy="1385446"/>
        </a:xfrm>
        <a:prstGeom prst="rect">
          <a:avLst/>
        </a:prstGeom>
        <a:gradFill rotWithShape="0">
          <a:gsLst>
            <a:gs pos="0">
              <a:schemeClr val="accent3">
                <a:hueOff val="-13552120"/>
                <a:satOff val="-72364"/>
                <a:lumOff val="21571"/>
                <a:alphaOff val="0"/>
                <a:satMod val="103000"/>
                <a:lumMod val="102000"/>
                <a:tint val="94000"/>
              </a:schemeClr>
            </a:gs>
            <a:gs pos="50000">
              <a:schemeClr val="accent3">
                <a:hueOff val="-13552120"/>
                <a:satOff val="-72364"/>
                <a:lumOff val="21571"/>
                <a:alphaOff val="0"/>
                <a:satMod val="110000"/>
                <a:lumMod val="100000"/>
                <a:shade val="100000"/>
              </a:schemeClr>
            </a:gs>
            <a:gs pos="100000">
              <a:schemeClr val="accent3">
                <a:hueOff val="-13552120"/>
                <a:satOff val="-72364"/>
                <a:lumOff val="21571"/>
                <a:alphaOff val="0"/>
                <a:lumMod val="99000"/>
                <a:satMod val="120000"/>
                <a:shade val="78000"/>
              </a:schemeClr>
            </a:gs>
          </a:gsLst>
          <a:lin ang="5400000" scaled="0"/>
        </a:gradFill>
        <a:ln w="6350" cap="flat" cmpd="sng" algn="ctr">
          <a:solidFill>
            <a:schemeClr val="accent3">
              <a:hueOff val="-13552120"/>
              <a:satOff val="-72364"/>
              <a:lumOff val="21571"/>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270256" tIns="154432" rIns="270256" bIns="154432" numCol="1" spcCol="1270" anchor="ctr" anchorCtr="0">
          <a:noAutofit/>
        </a:bodyPr>
        <a:lstStyle/>
        <a:p>
          <a:pPr marL="0" lvl="0" indent="0" algn="ctr" defTabSz="1689100">
            <a:lnSpc>
              <a:spcPct val="90000"/>
            </a:lnSpc>
            <a:spcBef>
              <a:spcPct val="0"/>
            </a:spcBef>
            <a:spcAft>
              <a:spcPct val="35000"/>
            </a:spcAft>
            <a:buNone/>
          </a:pPr>
          <a:r>
            <a:rPr lang="fr-FR" sz="3800" kern="1200" dirty="0"/>
            <a:t>Impacts du Leadership Transformationnelle</a:t>
          </a:r>
        </a:p>
      </dsp:txBody>
      <dsp:txXfrm>
        <a:off x="5773437" y="197940"/>
        <a:ext cx="5064372" cy="1385446"/>
      </dsp:txXfrm>
    </dsp:sp>
    <dsp:sp modelId="{9E1C60B3-E399-4ABD-8FA9-4EAA5DA9D309}">
      <dsp:nvSpPr>
        <dsp:cNvPr id="0" name=""/>
        <dsp:cNvSpPr/>
      </dsp:nvSpPr>
      <dsp:spPr>
        <a:xfrm>
          <a:off x="5773437" y="1583387"/>
          <a:ext cx="5064372" cy="3256427"/>
        </a:xfrm>
        <a:prstGeom prst="rect">
          <a:avLst/>
        </a:prstGeom>
        <a:solidFill>
          <a:schemeClr val="accent3">
            <a:tint val="40000"/>
            <a:alpha val="90000"/>
            <a:hueOff val="-14014201"/>
            <a:satOff val="-4743"/>
            <a:lumOff val="2062"/>
            <a:alphaOff val="0"/>
          </a:schemeClr>
        </a:solidFill>
        <a:ln w="6350" cap="flat" cmpd="sng" algn="ctr">
          <a:solidFill>
            <a:schemeClr val="accent3">
              <a:tint val="40000"/>
              <a:alpha val="90000"/>
              <a:hueOff val="-14014201"/>
              <a:satOff val="-4743"/>
              <a:lumOff val="2062"/>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02692" tIns="202692" rIns="270256" bIns="304038" numCol="1" spcCol="1270" anchor="t" anchorCtr="0">
          <a:noAutofit/>
        </a:bodyPr>
        <a:lstStyle/>
        <a:p>
          <a:pPr marL="285750" lvl="1" indent="-285750" algn="l" defTabSz="1689100">
            <a:lnSpc>
              <a:spcPct val="90000"/>
            </a:lnSpc>
            <a:spcBef>
              <a:spcPct val="0"/>
            </a:spcBef>
            <a:spcAft>
              <a:spcPct val="15000"/>
            </a:spcAft>
            <a:buChar char="•"/>
          </a:pPr>
          <a:r>
            <a:rPr lang="fr-FR" sz="3800" kern="1200" dirty="0"/>
            <a:t>Remettre en question les manières de faire</a:t>
          </a:r>
        </a:p>
        <a:p>
          <a:pPr marL="285750" lvl="1" indent="-285750" algn="l" defTabSz="1689100">
            <a:lnSpc>
              <a:spcPct val="90000"/>
            </a:lnSpc>
            <a:spcBef>
              <a:spcPct val="0"/>
            </a:spcBef>
            <a:spcAft>
              <a:spcPct val="15000"/>
            </a:spcAft>
            <a:buChar char="•"/>
          </a:pPr>
          <a:r>
            <a:rPr lang="fr-FR" sz="3800" kern="1200" dirty="0"/>
            <a:t>Apporter des perspectives nouvelles</a:t>
          </a:r>
        </a:p>
      </dsp:txBody>
      <dsp:txXfrm>
        <a:off x="5773437" y="1583387"/>
        <a:ext cx="5064372" cy="325642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594715-298D-4B4B-81C1-2E1C00522C2E}">
      <dsp:nvSpPr>
        <dsp:cNvPr id="0" name=""/>
        <dsp:cNvSpPr/>
      </dsp:nvSpPr>
      <dsp:spPr>
        <a:xfrm>
          <a:off x="5443" y="1223185"/>
          <a:ext cx="2590554" cy="178489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E2F627-2149-47FF-BDE8-07795C6E4C37}">
      <dsp:nvSpPr>
        <dsp:cNvPr id="0" name=""/>
        <dsp:cNvSpPr/>
      </dsp:nvSpPr>
      <dsp:spPr>
        <a:xfrm>
          <a:off x="5443" y="3008078"/>
          <a:ext cx="2590554" cy="9610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4912" tIns="184912" rIns="184912" bIns="0" numCol="1" spcCol="1270" anchor="t" anchorCtr="0">
          <a:noAutofit/>
        </a:bodyPr>
        <a:lstStyle/>
        <a:p>
          <a:pPr marL="0" lvl="0" indent="0" algn="ctr" defTabSz="1155700">
            <a:lnSpc>
              <a:spcPct val="90000"/>
            </a:lnSpc>
            <a:spcBef>
              <a:spcPct val="0"/>
            </a:spcBef>
            <a:spcAft>
              <a:spcPct val="35000"/>
            </a:spcAft>
            <a:buNone/>
          </a:pPr>
          <a:r>
            <a:rPr lang="fr-FR" sz="2600" kern="1200" dirty="0"/>
            <a:t>Les courriels</a:t>
          </a:r>
        </a:p>
      </dsp:txBody>
      <dsp:txXfrm>
        <a:off x="5443" y="3008078"/>
        <a:ext cx="2590554" cy="961095"/>
      </dsp:txXfrm>
    </dsp:sp>
    <dsp:sp modelId="{4C647D42-65A7-4F80-A9AF-012190DB2E84}">
      <dsp:nvSpPr>
        <dsp:cNvPr id="0" name=""/>
        <dsp:cNvSpPr/>
      </dsp:nvSpPr>
      <dsp:spPr>
        <a:xfrm>
          <a:off x="2855162" y="1223185"/>
          <a:ext cx="2590554" cy="178489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656E1AF-1A43-44FF-9C2D-E88681F47476}">
      <dsp:nvSpPr>
        <dsp:cNvPr id="0" name=""/>
        <dsp:cNvSpPr/>
      </dsp:nvSpPr>
      <dsp:spPr>
        <a:xfrm>
          <a:off x="2855162" y="3008078"/>
          <a:ext cx="2590554" cy="9610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4912" tIns="184912" rIns="184912" bIns="0" numCol="1" spcCol="1270" anchor="t" anchorCtr="0">
          <a:noAutofit/>
        </a:bodyPr>
        <a:lstStyle/>
        <a:p>
          <a:pPr marL="0" lvl="0" indent="0" algn="ctr" defTabSz="1155700">
            <a:lnSpc>
              <a:spcPct val="90000"/>
            </a:lnSpc>
            <a:spcBef>
              <a:spcPct val="0"/>
            </a:spcBef>
            <a:spcAft>
              <a:spcPct val="35000"/>
            </a:spcAft>
            <a:buNone/>
          </a:pPr>
          <a:r>
            <a:rPr lang="fr-FR" sz="2600" kern="1200" dirty="0"/>
            <a:t>Les médias sociaux internes</a:t>
          </a:r>
        </a:p>
      </dsp:txBody>
      <dsp:txXfrm>
        <a:off x="2855162" y="3008078"/>
        <a:ext cx="2590554" cy="961095"/>
      </dsp:txXfrm>
    </dsp:sp>
    <dsp:sp modelId="{0FA7B480-76E1-458F-A905-BE63EFD501B1}">
      <dsp:nvSpPr>
        <dsp:cNvPr id="0" name=""/>
        <dsp:cNvSpPr/>
      </dsp:nvSpPr>
      <dsp:spPr>
        <a:xfrm>
          <a:off x="5704882" y="1223185"/>
          <a:ext cx="2590554" cy="178489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CC800C3-6DAF-4A94-8986-B443B2A533DF}">
      <dsp:nvSpPr>
        <dsp:cNvPr id="0" name=""/>
        <dsp:cNvSpPr/>
      </dsp:nvSpPr>
      <dsp:spPr>
        <a:xfrm>
          <a:off x="5704882" y="3008078"/>
          <a:ext cx="2590554" cy="9610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4912" tIns="184912" rIns="184912" bIns="0" numCol="1" spcCol="1270" anchor="t" anchorCtr="0">
          <a:noAutofit/>
        </a:bodyPr>
        <a:lstStyle/>
        <a:p>
          <a:pPr marL="0" lvl="0" indent="0" algn="ctr" defTabSz="1155700">
            <a:lnSpc>
              <a:spcPct val="90000"/>
            </a:lnSpc>
            <a:spcBef>
              <a:spcPct val="0"/>
            </a:spcBef>
            <a:spcAft>
              <a:spcPct val="35000"/>
            </a:spcAft>
            <a:buNone/>
          </a:pPr>
          <a:r>
            <a:rPr lang="fr-FR" sz="2600" kern="1200" dirty="0"/>
            <a:t>Les appels téléphoniques</a:t>
          </a:r>
        </a:p>
      </dsp:txBody>
      <dsp:txXfrm>
        <a:off x="5704882" y="3008078"/>
        <a:ext cx="2590554" cy="961095"/>
      </dsp:txXfrm>
    </dsp:sp>
    <dsp:sp modelId="{B308F51B-8A51-4A26-B456-55C0F318BE71}">
      <dsp:nvSpPr>
        <dsp:cNvPr id="0" name=""/>
        <dsp:cNvSpPr/>
      </dsp:nvSpPr>
      <dsp:spPr>
        <a:xfrm>
          <a:off x="8554601" y="1223185"/>
          <a:ext cx="2590554" cy="178489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D498B59-A87D-4BA5-AB10-58A840278943}">
      <dsp:nvSpPr>
        <dsp:cNvPr id="0" name=""/>
        <dsp:cNvSpPr/>
      </dsp:nvSpPr>
      <dsp:spPr>
        <a:xfrm>
          <a:off x="8554601" y="3008078"/>
          <a:ext cx="2590554" cy="9610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4912" tIns="184912" rIns="184912" bIns="0" numCol="1" spcCol="1270" anchor="t" anchorCtr="0">
          <a:noAutofit/>
        </a:bodyPr>
        <a:lstStyle/>
        <a:p>
          <a:pPr marL="0" lvl="0" indent="0" algn="ctr" defTabSz="1155700">
            <a:lnSpc>
              <a:spcPct val="90000"/>
            </a:lnSpc>
            <a:spcBef>
              <a:spcPct val="0"/>
            </a:spcBef>
            <a:spcAft>
              <a:spcPct val="35000"/>
            </a:spcAft>
            <a:buNone/>
          </a:pPr>
          <a:r>
            <a:rPr lang="fr-FR" sz="2600" kern="1200" dirty="0"/>
            <a:t>Les notes de services</a:t>
          </a:r>
        </a:p>
      </dsp:txBody>
      <dsp:txXfrm>
        <a:off x="8554601" y="3008078"/>
        <a:ext cx="2590554" cy="961095"/>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D0ED18-50CC-418C-9AC9-FFB475D1120F}">
      <dsp:nvSpPr>
        <dsp:cNvPr id="0" name=""/>
        <dsp:cNvSpPr/>
      </dsp:nvSpPr>
      <dsp:spPr>
        <a:xfrm>
          <a:off x="4016" y="0"/>
          <a:ext cx="4370130" cy="1179443"/>
        </a:xfrm>
        <a:prstGeom prst="roundRect">
          <a:avLst>
            <a:gd name="adj" fmla="val 10000"/>
          </a:avLst>
        </a:prstGeom>
        <a:gradFill rotWithShape="0">
          <a:gsLst>
            <a:gs pos="0">
              <a:schemeClr val="accent1">
                <a:alpha val="90000"/>
                <a:hueOff val="0"/>
                <a:satOff val="0"/>
                <a:lumOff val="0"/>
                <a:alphaOff val="0"/>
                <a:satMod val="103000"/>
                <a:lumMod val="102000"/>
                <a:tint val="94000"/>
              </a:schemeClr>
            </a:gs>
            <a:gs pos="50000">
              <a:schemeClr val="accent1">
                <a:alpha val="90000"/>
                <a:hueOff val="0"/>
                <a:satOff val="0"/>
                <a:lumOff val="0"/>
                <a:alphaOff val="0"/>
                <a:satMod val="110000"/>
                <a:lumMod val="100000"/>
                <a:shade val="100000"/>
              </a:schemeClr>
            </a:gs>
            <a:gs pos="100000">
              <a:schemeClr val="accent1">
                <a:alpha val="9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79070" tIns="179070" rIns="179070" bIns="179070" numCol="1" spcCol="1270" anchor="ctr" anchorCtr="0">
          <a:noAutofit/>
        </a:bodyPr>
        <a:lstStyle/>
        <a:p>
          <a:pPr marL="0" lvl="0" indent="0" algn="ctr" defTabSz="2089150">
            <a:lnSpc>
              <a:spcPct val="90000"/>
            </a:lnSpc>
            <a:spcBef>
              <a:spcPct val="0"/>
            </a:spcBef>
            <a:spcAft>
              <a:spcPct val="35000"/>
            </a:spcAft>
            <a:buNone/>
          </a:pPr>
          <a:r>
            <a:rPr lang="fr-FR" sz="4700" kern="1200" dirty="0"/>
            <a:t>dirigeant</a:t>
          </a:r>
        </a:p>
      </dsp:txBody>
      <dsp:txXfrm>
        <a:off x="38561" y="34545"/>
        <a:ext cx="4301040" cy="1110353"/>
      </dsp:txXfrm>
    </dsp:sp>
    <dsp:sp modelId="{5E054C08-17E3-46A5-B4C3-2E7BAF6CE786}">
      <dsp:nvSpPr>
        <dsp:cNvPr id="0" name=""/>
        <dsp:cNvSpPr/>
      </dsp:nvSpPr>
      <dsp:spPr>
        <a:xfrm>
          <a:off x="4811432" y="51742"/>
          <a:ext cx="1930609" cy="1179443"/>
        </a:xfrm>
        <a:prstGeom prst="rightArrow">
          <a:avLst>
            <a:gd name="adj1" fmla="val 60000"/>
            <a:gd name="adj2" fmla="val 50000"/>
          </a:avLst>
        </a:prstGeom>
        <a:gradFill rotWithShape="0">
          <a:gsLst>
            <a:gs pos="0">
              <a:schemeClr val="accent1">
                <a:shade val="90000"/>
                <a:hueOff val="0"/>
                <a:satOff val="0"/>
                <a:lumOff val="0"/>
                <a:alphaOff val="0"/>
                <a:satMod val="103000"/>
                <a:lumMod val="102000"/>
                <a:tint val="94000"/>
              </a:schemeClr>
            </a:gs>
            <a:gs pos="50000">
              <a:schemeClr val="accent1">
                <a:shade val="90000"/>
                <a:hueOff val="0"/>
                <a:satOff val="0"/>
                <a:lumOff val="0"/>
                <a:alphaOff val="0"/>
                <a:satMod val="110000"/>
                <a:lumMod val="100000"/>
                <a:shade val="100000"/>
              </a:schemeClr>
            </a:gs>
            <a:gs pos="100000">
              <a:schemeClr val="accent1">
                <a:shade val="9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1689100">
            <a:lnSpc>
              <a:spcPct val="90000"/>
            </a:lnSpc>
            <a:spcBef>
              <a:spcPct val="0"/>
            </a:spcBef>
            <a:spcAft>
              <a:spcPct val="35000"/>
            </a:spcAft>
            <a:buNone/>
          </a:pPr>
          <a:endParaRPr lang="fr-FR" sz="3800" kern="1200"/>
        </a:p>
      </dsp:txBody>
      <dsp:txXfrm>
        <a:off x="4811432" y="287631"/>
        <a:ext cx="1576776" cy="707665"/>
      </dsp:txXfrm>
    </dsp:sp>
    <dsp:sp modelId="{B0307B08-4873-4F93-B70C-D1CA73EB1811}">
      <dsp:nvSpPr>
        <dsp:cNvPr id="0" name=""/>
        <dsp:cNvSpPr/>
      </dsp:nvSpPr>
      <dsp:spPr>
        <a:xfrm>
          <a:off x="7222466" y="0"/>
          <a:ext cx="2876586" cy="1179443"/>
        </a:xfrm>
        <a:prstGeom prst="roundRect">
          <a:avLst>
            <a:gd name="adj" fmla="val 10000"/>
          </a:avLst>
        </a:prstGeom>
        <a:gradFill rotWithShape="0">
          <a:gsLst>
            <a:gs pos="0">
              <a:schemeClr val="accent1">
                <a:alpha val="90000"/>
                <a:hueOff val="0"/>
                <a:satOff val="0"/>
                <a:lumOff val="0"/>
                <a:alphaOff val="-40000"/>
                <a:satMod val="103000"/>
                <a:lumMod val="102000"/>
                <a:tint val="94000"/>
              </a:schemeClr>
            </a:gs>
            <a:gs pos="50000">
              <a:schemeClr val="accent1">
                <a:alpha val="90000"/>
                <a:hueOff val="0"/>
                <a:satOff val="0"/>
                <a:lumOff val="0"/>
                <a:alphaOff val="-40000"/>
                <a:satMod val="110000"/>
                <a:lumMod val="100000"/>
                <a:shade val="100000"/>
              </a:schemeClr>
            </a:gs>
            <a:gs pos="100000">
              <a:schemeClr val="accent1">
                <a:alpha val="90000"/>
                <a:hueOff val="0"/>
                <a:satOff val="0"/>
                <a:lumOff val="0"/>
                <a:alphaOff val="-4000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79070" tIns="179070" rIns="179070" bIns="179070" numCol="1" spcCol="1270" anchor="ctr" anchorCtr="0">
          <a:noAutofit/>
        </a:bodyPr>
        <a:lstStyle/>
        <a:p>
          <a:pPr marL="0" lvl="0" indent="0" algn="ctr" defTabSz="2089150">
            <a:lnSpc>
              <a:spcPct val="90000"/>
            </a:lnSpc>
            <a:spcBef>
              <a:spcPct val="0"/>
            </a:spcBef>
            <a:spcAft>
              <a:spcPct val="35000"/>
            </a:spcAft>
            <a:buNone/>
          </a:pPr>
          <a:r>
            <a:rPr lang="fr-FR" sz="4700" kern="1200" dirty="0"/>
            <a:t>personnel</a:t>
          </a:r>
        </a:p>
      </dsp:txBody>
      <dsp:txXfrm>
        <a:off x="7257011" y="34545"/>
        <a:ext cx="2807496" cy="111035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28B1CA-2AFB-4123-8421-B50B34BE233B}">
      <dsp:nvSpPr>
        <dsp:cNvPr id="0" name=""/>
        <dsp:cNvSpPr/>
      </dsp:nvSpPr>
      <dsp:spPr>
        <a:xfrm>
          <a:off x="6978" y="1008517"/>
          <a:ext cx="2760658" cy="1656394"/>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fr-FR" sz="3100" kern="1200" dirty="0"/>
            <a:t>dirigeant</a:t>
          </a:r>
        </a:p>
      </dsp:txBody>
      <dsp:txXfrm>
        <a:off x="55492" y="1057031"/>
        <a:ext cx="2663630" cy="1559366"/>
      </dsp:txXfrm>
    </dsp:sp>
    <dsp:sp modelId="{1837708F-72C0-4F78-B22B-2F532176B657}">
      <dsp:nvSpPr>
        <dsp:cNvPr id="0" name=""/>
        <dsp:cNvSpPr/>
      </dsp:nvSpPr>
      <dsp:spPr>
        <a:xfrm>
          <a:off x="3043702" y="1494392"/>
          <a:ext cx="585259" cy="684643"/>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111250">
            <a:lnSpc>
              <a:spcPct val="90000"/>
            </a:lnSpc>
            <a:spcBef>
              <a:spcPct val="0"/>
            </a:spcBef>
            <a:spcAft>
              <a:spcPct val="35000"/>
            </a:spcAft>
            <a:buNone/>
          </a:pPr>
          <a:endParaRPr lang="fr-FR" sz="2500" kern="1200"/>
        </a:p>
      </dsp:txBody>
      <dsp:txXfrm>
        <a:off x="3043702" y="1631321"/>
        <a:ext cx="409681" cy="410785"/>
      </dsp:txXfrm>
    </dsp:sp>
    <dsp:sp modelId="{1D9FB346-8F81-43E6-A7C2-0C1CD35469F6}">
      <dsp:nvSpPr>
        <dsp:cNvPr id="0" name=""/>
        <dsp:cNvSpPr/>
      </dsp:nvSpPr>
      <dsp:spPr>
        <a:xfrm>
          <a:off x="3871899" y="1008517"/>
          <a:ext cx="2760658" cy="1656394"/>
        </a:xfrm>
        <a:prstGeom prst="roundRect">
          <a:avLst>
            <a:gd name="adj" fmla="val 10000"/>
          </a:avLst>
        </a:prstGeom>
        <a:solidFill>
          <a:schemeClr val="accent3">
            <a:hueOff val="-6776060"/>
            <a:satOff val="-36182"/>
            <a:lumOff val="1078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fr-FR" sz="3100" kern="1200" dirty="0"/>
            <a:t>Ressources humaines</a:t>
          </a:r>
        </a:p>
      </dsp:txBody>
      <dsp:txXfrm>
        <a:off x="3920413" y="1057031"/>
        <a:ext cx="2663630" cy="1559366"/>
      </dsp:txXfrm>
    </dsp:sp>
    <dsp:sp modelId="{114657DB-912B-4B69-BF78-17F636215D9F}">
      <dsp:nvSpPr>
        <dsp:cNvPr id="0" name=""/>
        <dsp:cNvSpPr/>
      </dsp:nvSpPr>
      <dsp:spPr>
        <a:xfrm>
          <a:off x="6908623" y="1494392"/>
          <a:ext cx="585259" cy="684643"/>
        </a:xfrm>
        <a:prstGeom prst="rightArrow">
          <a:avLst>
            <a:gd name="adj1" fmla="val 60000"/>
            <a:gd name="adj2" fmla="val 50000"/>
          </a:avLst>
        </a:prstGeom>
        <a:solidFill>
          <a:schemeClr val="accent3">
            <a:hueOff val="-13552120"/>
            <a:satOff val="-72364"/>
            <a:lumOff val="21571"/>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111250">
            <a:lnSpc>
              <a:spcPct val="90000"/>
            </a:lnSpc>
            <a:spcBef>
              <a:spcPct val="0"/>
            </a:spcBef>
            <a:spcAft>
              <a:spcPct val="35000"/>
            </a:spcAft>
            <a:buNone/>
          </a:pPr>
          <a:endParaRPr lang="fr-FR" sz="2500" kern="1200"/>
        </a:p>
      </dsp:txBody>
      <dsp:txXfrm>
        <a:off x="6908623" y="1631321"/>
        <a:ext cx="409681" cy="410785"/>
      </dsp:txXfrm>
    </dsp:sp>
    <dsp:sp modelId="{889FB678-69D5-4EE5-B71F-EA3F6434E1F7}">
      <dsp:nvSpPr>
        <dsp:cNvPr id="0" name=""/>
        <dsp:cNvSpPr/>
      </dsp:nvSpPr>
      <dsp:spPr>
        <a:xfrm>
          <a:off x="7736821" y="1008517"/>
          <a:ext cx="2611196" cy="1656394"/>
        </a:xfrm>
        <a:prstGeom prst="roundRect">
          <a:avLst>
            <a:gd name="adj" fmla="val 10000"/>
          </a:avLst>
        </a:prstGeom>
        <a:solidFill>
          <a:schemeClr val="accent3">
            <a:hueOff val="-13552120"/>
            <a:satOff val="-72364"/>
            <a:lumOff val="2157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fr-FR" sz="3100" kern="1200" dirty="0"/>
            <a:t>Autres départements</a:t>
          </a:r>
        </a:p>
      </dsp:txBody>
      <dsp:txXfrm>
        <a:off x="7785335" y="1057031"/>
        <a:ext cx="2514168" cy="1559366"/>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237962-C3BC-4BED-BC8B-D2D060D7F751}">
      <dsp:nvSpPr>
        <dsp:cNvPr id="0" name=""/>
        <dsp:cNvSpPr/>
      </dsp:nvSpPr>
      <dsp:spPr>
        <a:xfrm>
          <a:off x="5090" y="0"/>
          <a:ext cx="4896552" cy="4469158"/>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236220" tIns="236220" rIns="236220" bIns="236220" numCol="1" spcCol="1270" anchor="ctr" anchorCtr="0">
          <a:noAutofit/>
        </a:bodyPr>
        <a:lstStyle/>
        <a:p>
          <a:pPr marL="0" lvl="0" indent="0" algn="ctr" defTabSz="2755900">
            <a:lnSpc>
              <a:spcPct val="90000"/>
            </a:lnSpc>
            <a:spcBef>
              <a:spcPct val="0"/>
            </a:spcBef>
            <a:spcAft>
              <a:spcPct val="35000"/>
            </a:spcAft>
            <a:buNone/>
          </a:pPr>
          <a:r>
            <a:rPr lang="fr-FR" sz="6200" kern="1200" dirty="0"/>
            <a:t>problèmes</a:t>
          </a:r>
        </a:p>
      </dsp:txBody>
      <dsp:txXfrm>
        <a:off x="5090" y="0"/>
        <a:ext cx="4896552" cy="1340747"/>
      </dsp:txXfrm>
    </dsp:sp>
    <dsp:sp modelId="{D741CA86-3788-4C6D-916B-5CEBB03186C1}">
      <dsp:nvSpPr>
        <dsp:cNvPr id="0" name=""/>
        <dsp:cNvSpPr/>
      </dsp:nvSpPr>
      <dsp:spPr>
        <a:xfrm>
          <a:off x="494745" y="1342056"/>
          <a:ext cx="3917242" cy="1347512"/>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51435" rIns="68580" bIns="51435" numCol="1" spcCol="1270" anchor="ctr" anchorCtr="0">
          <a:noAutofit/>
        </a:bodyPr>
        <a:lstStyle/>
        <a:p>
          <a:pPr marL="0" lvl="0" indent="0" algn="ctr" defTabSz="1200150">
            <a:lnSpc>
              <a:spcPct val="90000"/>
            </a:lnSpc>
            <a:spcBef>
              <a:spcPct val="0"/>
            </a:spcBef>
            <a:spcAft>
              <a:spcPct val="35000"/>
            </a:spcAft>
            <a:buFont typeface="Times New Roman" panose="02020603050405020304" pitchFamily="18" charset="0"/>
            <a:buNone/>
          </a:pPr>
          <a:r>
            <a:rPr lang="fr-FR" sz="2700" kern="1200" dirty="0"/>
            <a:t>Manque de communication entre les différents départements.</a:t>
          </a:r>
        </a:p>
      </dsp:txBody>
      <dsp:txXfrm>
        <a:off x="534212" y="1381523"/>
        <a:ext cx="3838308" cy="1268578"/>
      </dsp:txXfrm>
    </dsp:sp>
    <dsp:sp modelId="{80C2C5C5-DECE-4F16-BFEC-5707B510CD87}">
      <dsp:nvSpPr>
        <dsp:cNvPr id="0" name=""/>
        <dsp:cNvSpPr/>
      </dsp:nvSpPr>
      <dsp:spPr>
        <a:xfrm>
          <a:off x="494745" y="2896878"/>
          <a:ext cx="3917242" cy="1347512"/>
        </a:xfrm>
        <a:prstGeom prst="roundRect">
          <a:avLst>
            <a:gd name="adj" fmla="val 10000"/>
          </a:avLst>
        </a:prstGeom>
        <a:gradFill rotWithShape="0">
          <a:gsLst>
            <a:gs pos="0">
              <a:schemeClr val="accent3">
                <a:hueOff val="-4517374"/>
                <a:satOff val="-24121"/>
                <a:lumOff val="7190"/>
                <a:alphaOff val="0"/>
                <a:satMod val="103000"/>
                <a:lumMod val="102000"/>
                <a:tint val="94000"/>
              </a:schemeClr>
            </a:gs>
            <a:gs pos="50000">
              <a:schemeClr val="accent3">
                <a:hueOff val="-4517374"/>
                <a:satOff val="-24121"/>
                <a:lumOff val="7190"/>
                <a:alphaOff val="0"/>
                <a:satMod val="110000"/>
                <a:lumMod val="100000"/>
                <a:shade val="100000"/>
              </a:schemeClr>
            </a:gs>
            <a:gs pos="100000">
              <a:schemeClr val="accent3">
                <a:hueOff val="-4517374"/>
                <a:satOff val="-24121"/>
                <a:lumOff val="719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51435" rIns="68580" bIns="51435" numCol="1" spcCol="1270" anchor="ctr" anchorCtr="0">
          <a:noAutofit/>
        </a:bodyPr>
        <a:lstStyle/>
        <a:p>
          <a:pPr marL="0" lvl="0" indent="0" algn="ctr" defTabSz="1200150">
            <a:lnSpc>
              <a:spcPct val="90000"/>
            </a:lnSpc>
            <a:spcBef>
              <a:spcPct val="0"/>
            </a:spcBef>
            <a:spcAft>
              <a:spcPct val="35000"/>
            </a:spcAft>
            <a:buFont typeface="Times New Roman" panose="02020603050405020304" pitchFamily="18" charset="0"/>
            <a:buNone/>
          </a:pPr>
          <a:r>
            <a:rPr lang="fr-FR" sz="2700" kern="1200" dirty="0"/>
            <a:t>Malentendus</a:t>
          </a:r>
        </a:p>
      </dsp:txBody>
      <dsp:txXfrm>
        <a:off x="534212" y="2936345"/>
        <a:ext cx="3838308" cy="1268578"/>
      </dsp:txXfrm>
    </dsp:sp>
    <dsp:sp modelId="{ECB89A7A-0B50-4641-896A-8C8B9E02C1D6}">
      <dsp:nvSpPr>
        <dsp:cNvPr id="0" name=""/>
        <dsp:cNvSpPr/>
      </dsp:nvSpPr>
      <dsp:spPr>
        <a:xfrm>
          <a:off x="5268884" y="0"/>
          <a:ext cx="4896552" cy="4469158"/>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236220" tIns="236220" rIns="236220" bIns="236220" numCol="1" spcCol="1270" anchor="ctr" anchorCtr="0">
          <a:noAutofit/>
        </a:bodyPr>
        <a:lstStyle/>
        <a:p>
          <a:pPr marL="0" lvl="0" indent="0" algn="ctr" defTabSz="2755900">
            <a:lnSpc>
              <a:spcPct val="90000"/>
            </a:lnSpc>
            <a:spcBef>
              <a:spcPct val="0"/>
            </a:spcBef>
            <a:spcAft>
              <a:spcPct val="35000"/>
            </a:spcAft>
            <a:buNone/>
          </a:pPr>
          <a:r>
            <a:rPr lang="fr-FR" sz="6200" kern="1200" dirty="0"/>
            <a:t>solutions</a:t>
          </a:r>
        </a:p>
      </dsp:txBody>
      <dsp:txXfrm>
        <a:off x="5268884" y="0"/>
        <a:ext cx="4896552" cy="1340747"/>
      </dsp:txXfrm>
    </dsp:sp>
    <dsp:sp modelId="{C6B06FCF-331C-4334-9594-68725540AB84}">
      <dsp:nvSpPr>
        <dsp:cNvPr id="0" name=""/>
        <dsp:cNvSpPr/>
      </dsp:nvSpPr>
      <dsp:spPr>
        <a:xfrm>
          <a:off x="5758539" y="1342056"/>
          <a:ext cx="3917242" cy="1347512"/>
        </a:xfrm>
        <a:prstGeom prst="roundRect">
          <a:avLst>
            <a:gd name="adj" fmla="val 10000"/>
          </a:avLst>
        </a:prstGeom>
        <a:gradFill rotWithShape="0">
          <a:gsLst>
            <a:gs pos="0">
              <a:schemeClr val="accent3">
                <a:hueOff val="-9034747"/>
                <a:satOff val="-48243"/>
                <a:lumOff val="14381"/>
                <a:alphaOff val="0"/>
                <a:satMod val="103000"/>
                <a:lumMod val="102000"/>
                <a:tint val="94000"/>
              </a:schemeClr>
            </a:gs>
            <a:gs pos="50000">
              <a:schemeClr val="accent3">
                <a:hueOff val="-9034747"/>
                <a:satOff val="-48243"/>
                <a:lumOff val="14381"/>
                <a:alphaOff val="0"/>
                <a:satMod val="110000"/>
                <a:lumMod val="100000"/>
                <a:shade val="100000"/>
              </a:schemeClr>
            </a:gs>
            <a:gs pos="100000">
              <a:schemeClr val="accent3">
                <a:hueOff val="-9034747"/>
                <a:satOff val="-48243"/>
                <a:lumOff val="1438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51435" rIns="68580" bIns="51435" numCol="1" spcCol="1270" anchor="ctr" anchorCtr="0">
          <a:noAutofit/>
        </a:bodyPr>
        <a:lstStyle/>
        <a:p>
          <a:pPr marL="0" lvl="0" indent="0" algn="ctr" defTabSz="1200150">
            <a:lnSpc>
              <a:spcPct val="90000"/>
            </a:lnSpc>
            <a:spcBef>
              <a:spcPct val="0"/>
            </a:spcBef>
            <a:spcAft>
              <a:spcPct val="35000"/>
            </a:spcAft>
            <a:buNone/>
          </a:pPr>
          <a:r>
            <a:rPr lang="fr-FR" sz="2700" kern="1200" dirty="0"/>
            <a:t> faire des réunions au moins une fois par semaine</a:t>
          </a:r>
        </a:p>
      </dsp:txBody>
      <dsp:txXfrm>
        <a:off x="5798006" y="1381523"/>
        <a:ext cx="3838308" cy="1268578"/>
      </dsp:txXfrm>
    </dsp:sp>
    <dsp:sp modelId="{A07D3AC4-F17A-463B-9B93-09D551B2D931}">
      <dsp:nvSpPr>
        <dsp:cNvPr id="0" name=""/>
        <dsp:cNvSpPr/>
      </dsp:nvSpPr>
      <dsp:spPr>
        <a:xfrm>
          <a:off x="5758539" y="2896878"/>
          <a:ext cx="3917242" cy="1347512"/>
        </a:xfrm>
        <a:prstGeom prst="roundRect">
          <a:avLst>
            <a:gd name="adj" fmla="val 10000"/>
          </a:avLst>
        </a:prstGeom>
        <a:gradFill rotWithShape="0">
          <a:gsLst>
            <a:gs pos="0">
              <a:schemeClr val="accent3">
                <a:hueOff val="-13552120"/>
                <a:satOff val="-72364"/>
                <a:lumOff val="21571"/>
                <a:alphaOff val="0"/>
                <a:satMod val="103000"/>
                <a:lumMod val="102000"/>
                <a:tint val="94000"/>
              </a:schemeClr>
            </a:gs>
            <a:gs pos="50000">
              <a:schemeClr val="accent3">
                <a:hueOff val="-13552120"/>
                <a:satOff val="-72364"/>
                <a:lumOff val="21571"/>
                <a:alphaOff val="0"/>
                <a:satMod val="110000"/>
                <a:lumMod val="100000"/>
                <a:shade val="100000"/>
              </a:schemeClr>
            </a:gs>
            <a:gs pos="100000">
              <a:schemeClr val="accent3">
                <a:hueOff val="-13552120"/>
                <a:satOff val="-72364"/>
                <a:lumOff val="2157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51435" rIns="68580" bIns="51435" numCol="1" spcCol="1270" anchor="ctr" anchorCtr="0">
          <a:noAutofit/>
        </a:bodyPr>
        <a:lstStyle/>
        <a:p>
          <a:pPr marL="0" lvl="0" indent="0" algn="ctr" defTabSz="1200150">
            <a:lnSpc>
              <a:spcPct val="90000"/>
            </a:lnSpc>
            <a:spcBef>
              <a:spcPct val="0"/>
            </a:spcBef>
            <a:spcAft>
              <a:spcPct val="35000"/>
            </a:spcAft>
            <a:buNone/>
          </a:pPr>
          <a:r>
            <a:rPr lang="fr-FR" sz="2700" kern="1200" dirty="0"/>
            <a:t>discuter des problèmes liés à chaque département</a:t>
          </a:r>
        </a:p>
      </dsp:txBody>
      <dsp:txXfrm>
        <a:off x="5798006" y="2936345"/>
        <a:ext cx="3838308" cy="1268578"/>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2B11E9-E8CF-4D60-B705-BC8E9D8B5C08}">
      <dsp:nvSpPr>
        <dsp:cNvPr id="0" name=""/>
        <dsp:cNvSpPr/>
      </dsp:nvSpPr>
      <dsp:spPr>
        <a:xfrm>
          <a:off x="5424" y="0"/>
          <a:ext cx="5217837" cy="4351338"/>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228600" tIns="228600" rIns="228600" bIns="228600" numCol="1" spcCol="1270" anchor="ctr" anchorCtr="0">
          <a:noAutofit/>
        </a:bodyPr>
        <a:lstStyle/>
        <a:p>
          <a:pPr marL="0" lvl="0" indent="0" algn="ctr" defTabSz="2667000">
            <a:lnSpc>
              <a:spcPct val="90000"/>
            </a:lnSpc>
            <a:spcBef>
              <a:spcPct val="0"/>
            </a:spcBef>
            <a:spcAft>
              <a:spcPct val="35000"/>
            </a:spcAft>
            <a:buNone/>
          </a:pPr>
          <a:r>
            <a:rPr lang="fr-FR" sz="6000" kern="1200" dirty="0"/>
            <a:t>conflits</a:t>
          </a:r>
        </a:p>
      </dsp:txBody>
      <dsp:txXfrm>
        <a:off x="5424" y="0"/>
        <a:ext cx="5217837" cy="1305401"/>
      </dsp:txXfrm>
    </dsp:sp>
    <dsp:sp modelId="{73185AB2-B34A-4C90-BD9B-75E411459D49}">
      <dsp:nvSpPr>
        <dsp:cNvPr id="0" name=""/>
        <dsp:cNvSpPr/>
      </dsp:nvSpPr>
      <dsp:spPr>
        <a:xfrm>
          <a:off x="527208" y="1306676"/>
          <a:ext cx="4174270" cy="1311987"/>
        </a:xfrm>
        <a:prstGeom prst="roundRect">
          <a:avLst>
            <a:gd name="adj" fmla="val 1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51435" rIns="68580" bIns="51435" numCol="1" spcCol="1270" anchor="ctr" anchorCtr="0">
          <a:noAutofit/>
        </a:bodyPr>
        <a:lstStyle/>
        <a:p>
          <a:pPr marL="0" lvl="0" indent="0" algn="ctr" defTabSz="1200150">
            <a:lnSpc>
              <a:spcPct val="90000"/>
            </a:lnSpc>
            <a:spcBef>
              <a:spcPct val="0"/>
            </a:spcBef>
            <a:spcAft>
              <a:spcPct val="35000"/>
            </a:spcAft>
            <a:buNone/>
          </a:pPr>
          <a:r>
            <a:rPr lang="fr-FR" sz="2700" kern="1200" dirty="0"/>
            <a:t>La divergence entre les attentes du client et la réalité de l'expérience</a:t>
          </a:r>
        </a:p>
      </dsp:txBody>
      <dsp:txXfrm>
        <a:off x="565635" y="1345103"/>
        <a:ext cx="4097416" cy="1235133"/>
      </dsp:txXfrm>
    </dsp:sp>
    <dsp:sp modelId="{CBEA41C1-5DFF-42C3-8470-2946DBA5482C}">
      <dsp:nvSpPr>
        <dsp:cNvPr id="0" name=""/>
        <dsp:cNvSpPr/>
      </dsp:nvSpPr>
      <dsp:spPr>
        <a:xfrm>
          <a:off x="527208" y="2820508"/>
          <a:ext cx="4174270" cy="1311987"/>
        </a:xfrm>
        <a:prstGeom prst="roundRect">
          <a:avLst>
            <a:gd name="adj" fmla="val 10000"/>
          </a:avLst>
        </a:prstGeom>
        <a:gradFill rotWithShape="0">
          <a:gsLst>
            <a:gs pos="0">
              <a:schemeClr val="accent3">
                <a:hueOff val="-4517374"/>
                <a:satOff val="-24121"/>
                <a:lumOff val="7190"/>
                <a:alphaOff val="0"/>
                <a:satMod val="103000"/>
                <a:lumMod val="102000"/>
                <a:tint val="94000"/>
              </a:schemeClr>
            </a:gs>
            <a:gs pos="50000">
              <a:schemeClr val="accent3">
                <a:hueOff val="-4517374"/>
                <a:satOff val="-24121"/>
                <a:lumOff val="7190"/>
                <a:alphaOff val="0"/>
                <a:satMod val="110000"/>
                <a:lumMod val="100000"/>
                <a:shade val="100000"/>
              </a:schemeClr>
            </a:gs>
            <a:gs pos="100000">
              <a:schemeClr val="accent3">
                <a:hueOff val="-4517374"/>
                <a:satOff val="-24121"/>
                <a:lumOff val="719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51435" rIns="68580" bIns="51435" numCol="1" spcCol="1270" anchor="ctr" anchorCtr="0">
          <a:noAutofit/>
        </a:bodyPr>
        <a:lstStyle/>
        <a:p>
          <a:pPr marL="0" lvl="0" indent="0" algn="ctr" defTabSz="1200150">
            <a:lnSpc>
              <a:spcPct val="90000"/>
            </a:lnSpc>
            <a:spcBef>
              <a:spcPct val="0"/>
            </a:spcBef>
            <a:spcAft>
              <a:spcPct val="35000"/>
            </a:spcAft>
            <a:buNone/>
          </a:pPr>
          <a:r>
            <a:rPr lang="fr-FR" sz="2700" kern="1200" dirty="0"/>
            <a:t>Les différences culturelles et linguistiques entre le personnel et la clientèle</a:t>
          </a:r>
        </a:p>
      </dsp:txBody>
      <dsp:txXfrm>
        <a:off x="565635" y="2858935"/>
        <a:ext cx="4097416" cy="1235133"/>
      </dsp:txXfrm>
    </dsp:sp>
    <dsp:sp modelId="{51F1C45F-53D5-470D-998A-63157A390310}">
      <dsp:nvSpPr>
        <dsp:cNvPr id="0" name=""/>
        <dsp:cNvSpPr/>
      </dsp:nvSpPr>
      <dsp:spPr>
        <a:xfrm>
          <a:off x="5614599" y="0"/>
          <a:ext cx="5217837" cy="4351338"/>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txBody>
        <a:bodyPr spcFirstLastPara="0" vert="horz" wrap="square" lIns="228600" tIns="228600" rIns="228600" bIns="228600" numCol="1" spcCol="1270" anchor="ctr" anchorCtr="0">
          <a:noAutofit/>
        </a:bodyPr>
        <a:lstStyle/>
        <a:p>
          <a:pPr marL="0" lvl="0" indent="0" algn="ctr" defTabSz="2667000">
            <a:lnSpc>
              <a:spcPct val="90000"/>
            </a:lnSpc>
            <a:spcBef>
              <a:spcPct val="0"/>
            </a:spcBef>
            <a:spcAft>
              <a:spcPct val="35000"/>
            </a:spcAft>
            <a:buNone/>
          </a:pPr>
          <a:r>
            <a:rPr lang="fr-FR" sz="6000" kern="1200" dirty="0"/>
            <a:t>solutions</a:t>
          </a:r>
        </a:p>
      </dsp:txBody>
      <dsp:txXfrm>
        <a:off x="5614599" y="0"/>
        <a:ext cx="5217837" cy="1305401"/>
      </dsp:txXfrm>
    </dsp:sp>
    <dsp:sp modelId="{896AFF0D-50BE-43A3-8973-57C89B5BC61B}">
      <dsp:nvSpPr>
        <dsp:cNvPr id="0" name=""/>
        <dsp:cNvSpPr/>
      </dsp:nvSpPr>
      <dsp:spPr>
        <a:xfrm>
          <a:off x="6136383" y="1306676"/>
          <a:ext cx="4174270" cy="1311987"/>
        </a:xfrm>
        <a:prstGeom prst="roundRect">
          <a:avLst>
            <a:gd name="adj" fmla="val 10000"/>
          </a:avLst>
        </a:prstGeom>
        <a:gradFill rotWithShape="0">
          <a:gsLst>
            <a:gs pos="0">
              <a:schemeClr val="accent3">
                <a:hueOff val="-9034747"/>
                <a:satOff val="-48243"/>
                <a:lumOff val="14381"/>
                <a:alphaOff val="0"/>
                <a:satMod val="103000"/>
                <a:lumMod val="102000"/>
                <a:tint val="94000"/>
              </a:schemeClr>
            </a:gs>
            <a:gs pos="50000">
              <a:schemeClr val="accent3">
                <a:hueOff val="-9034747"/>
                <a:satOff val="-48243"/>
                <a:lumOff val="14381"/>
                <a:alphaOff val="0"/>
                <a:satMod val="110000"/>
                <a:lumMod val="100000"/>
                <a:shade val="100000"/>
              </a:schemeClr>
            </a:gs>
            <a:gs pos="100000">
              <a:schemeClr val="accent3">
                <a:hueOff val="-9034747"/>
                <a:satOff val="-48243"/>
                <a:lumOff val="1438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51435" rIns="68580" bIns="51435" numCol="1" spcCol="1270" anchor="ctr" anchorCtr="0">
          <a:noAutofit/>
        </a:bodyPr>
        <a:lstStyle/>
        <a:p>
          <a:pPr marL="0" lvl="0" indent="0" algn="ctr" defTabSz="1200150">
            <a:lnSpc>
              <a:spcPct val="90000"/>
            </a:lnSpc>
            <a:spcBef>
              <a:spcPct val="0"/>
            </a:spcBef>
            <a:spcAft>
              <a:spcPct val="35000"/>
            </a:spcAft>
            <a:buNone/>
          </a:pPr>
          <a:r>
            <a:rPr lang="fr-FR" sz="2700" kern="1200" dirty="0"/>
            <a:t>une communication ouverte et empathique</a:t>
          </a:r>
        </a:p>
      </dsp:txBody>
      <dsp:txXfrm>
        <a:off x="6174810" y="1345103"/>
        <a:ext cx="4097416" cy="1235133"/>
      </dsp:txXfrm>
    </dsp:sp>
    <dsp:sp modelId="{E28A922B-6F72-4FA8-8E62-F858D7407555}">
      <dsp:nvSpPr>
        <dsp:cNvPr id="0" name=""/>
        <dsp:cNvSpPr/>
      </dsp:nvSpPr>
      <dsp:spPr>
        <a:xfrm>
          <a:off x="6136383" y="2820508"/>
          <a:ext cx="4174270" cy="1311987"/>
        </a:xfrm>
        <a:prstGeom prst="roundRect">
          <a:avLst>
            <a:gd name="adj" fmla="val 10000"/>
          </a:avLst>
        </a:prstGeom>
        <a:gradFill rotWithShape="0">
          <a:gsLst>
            <a:gs pos="0">
              <a:schemeClr val="accent3">
                <a:hueOff val="-13552120"/>
                <a:satOff val="-72364"/>
                <a:lumOff val="21571"/>
                <a:alphaOff val="0"/>
                <a:satMod val="103000"/>
                <a:lumMod val="102000"/>
                <a:tint val="94000"/>
              </a:schemeClr>
            </a:gs>
            <a:gs pos="50000">
              <a:schemeClr val="accent3">
                <a:hueOff val="-13552120"/>
                <a:satOff val="-72364"/>
                <a:lumOff val="21571"/>
                <a:alphaOff val="0"/>
                <a:satMod val="110000"/>
                <a:lumMod val="100000"/>
                <a:shade val="100000"/>
              </a:schemeClr>
            </a:gs>
            <a:gs pos="100000">
              <a:schemeClr val="accent3">
                <a:hueOff val="-13552120"/>
                <a:satOff val="-72364"/>
                <a:lumOff val="2157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51435" rIns="68580" bIns="51435" numCol="1" spcCol="1270" anchor="ctr" anchorCtr="0">
          <a:noAutofit/>
        </a:bodyPr>
        <a:lstStyle/>
        <a:p>
          <a:pPr marL="0" lvl="0" indent="0" algn="ctr" defTabSz="1200150">
            <a:lnSpc>
              <a:spcPct val="90000"/>
            </a:lnSpc>
            <a:spcBef>
              <a:spcPct val="0"/>
            </a:spcBef>
            <a:spcAft>
              <a:spcPct val="35000"/>
            </a:spcAft>
            <a:buNone/>
          </a:pPr>
          <a:r>
            <a:rPr lang="fr-FR" sz="2700" kern="1200" dirty="0"/>
            <a:t>formation du personnel sur les compétences en communication</a:t>
          </a:r>
        </a:p>
      </dsp:txBody>
      <dsp:txXfrm>
        <a:off x="6174810" y="2858935"/>
        <a:ext cx="4097416" cy="1235133"/>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2A49D0-18C0-42B2-B7B9-F4D96E191789}">
      <dsp:nvSpPr>
        <dsp:cNvPr id="0" name=""/>
        <dsp:cNvSpPr/>
      </dsp:nvSpPr>
      <dsp:spPr>
        <a:xfrm>
          <a:off x="7889" y="883"/>
          <a:ext cx="3151022" cy="1890613"/>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fr-FR" sz="3600" kern="1200" dirty="0"/>
            <a:t>La transparence</a:t>
          </a:r>
        </a:p>
      </dsp:txBody>
      <dsp:txXfrm>
        <a:off x="7889" y="883"/>
        <a:ext cx="3151022" cy="1890613"/>
      </dsp:txXfrm>
    </dsp:sp>
    <dsp:sp modelId="{D10AD09B-20BA-433D-A989-2C2B71313DD2}">
      <dsp:nvSpPr>
        <dsp:cNvPr id="0" name=""/>
        <dsp:cNvSpPr/>
      </dsp:nvSpPr>
      <dsp:spPr>
        <a:xfrm>
          <a:off x="3474015" y="883"/>
          <a:ext cx="3151022" cy="1890613"/>
        </a:xfrm>
        <a:prstGeom prst="rect">
          <a:avLst/>
        </a:prstGeom>
        <a:gradFill rotWithShape="0">
          <a:gsLst>
            <a:gs pos="0">
              <a:schemeClr val="accent3">
                <a:hueOff val="-4517374"/>
                <a:satOff val="-24121"/>
                <a:lumOff val="7190"/>
                <a:alphaOff val="0"/>
                <a:satMod val="103000"/>
                <a:lumMod val="102000"/>
                <a:tint val="94000"/>
              </a:schemeClr>
            </a:gs>
            <a:gs pos="50000">
              <a:schemeClr val="accent3">
                <a:hueOff val="-4517374"/>
                <a:satOff val="-24121"/>
                <a:lumOff val="7190"/>
                <a:alphaOff val="0"/>
                <a:satMod val="110000"/>
                <a:lumMod val="100000"/>
                <a:shade val="100000"/>
              </a:schemeClr>
            </a:gs>
            <a:gs pos="100000">
              <a:schemeClr val="accent3">
                <a:hueOff val="-4517374"/>
                <a:satOff val="-24121"/>
                <a:lumOff val="719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fr-FR" sz="3600" kern="1200" dirty="0"/>
            <a:t>L'Inbound </a:t>
          </a:r>
          <a:r>
            <a:rPr lang="fr-FR" sz="3600" kern="1200" dirty="0" err="1"/>
            <a:t>Mindset</a:t>
          </a:r>
          <a:endParaRPr lang="fr-FR" sz="3600" kern="1200" dirty="0"/>
        </a:p>
      </dsp:txBody>
      <dsp:txXfrm>
        <a:off x="3474015" y="883"/>
        <a:ext cx="3151022" cy="1890613"/>
      </dsp:txXfrm>
    </dsp:sp>
    <dsp:sp modelId="{A61D1960-BC31-4F0A-B9FF-2968AF18ADD4}">
      <dsp:nvSpPr>
        <dsp:cNvPr id="0" name=""/>
        <dsp:cNvSpPr/>
      </dsp:nvSpPr>
      <dsp:spPr>
        <a:xfrm>
          <a:off x="6940140" y="883"/>
          <a:ext cx="3151022" cy="1890613"/>
        </a:xfrm>
        <a:prstGeom prst="rect">
          <a:avLst/>
        </a:prstGeom>
        <a:gradFill rotWithShape="0">
          <a:gsLst>
            <a:gs pos="0">
              <a:schemeClr val="accent3">
                <a:hueOff val="-9034747"/>
                <a:satOff val="-48243"/>
                <a:lumOff val="14381"/>
                <a:alphaOff val="0"/>
                <a:satMod val="103000"/>
                <a:lumMod val="102000"/>
                <a:tint val="94000"/>
              </a:schemeClr>
            </a:gs>
            <a:gs pos="50000">
              <a:schemeClr val="accent3">
                <a:hueOff val="-9034747"/>
                <a:satOff val="-48243"/>
                <a:lumOff val="14381"/>
                <a:alphaOff val="0"/>
                <a:satMod val="110000"/>
                <a:lumMod val="100000"/>
                <a:shade val="100000"/>
              </a:schemeClr>
            </a:gs>
            <a:gs pos="100000">
              <a:schemeClr val="accent3">
                <a:hueOff val="-9034747"/>
                <a:satOff val="-48243"/>
                <a:lumOff val="1438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fr-FR" sz="3600" kern="1200" dirty="0"/>
            <a:t>Culture de l'apprentissage</a:t>
          </a:r>
        </a:p>
      </dsp:txBody>
      <dsp:txXfrm>
        <a:off x="6940140" y="883"/>
        <a:ext cx="3151022" cy="1890613"/>
      </dsp:txXfrm>
    </dsp:sp>
    <dsp:sp modelId="{0DDE8DC8-51F7-4F2C-8A5A-233D4E0E97FB}">
      <dsp:nvSpPr>
        <dsp:cNvPr id="0" name=""/>
        <dsp:cNvSpPr/>
      </dsp:nvSpPr>
      <dsp:spPr>
        <a:xfrm>
          <a:off x="3474015" y="2206599"/>
          <a:ext cx="3151022" cy="1890613"/>
        </a:xfrm>
        <a:prstGeom prst="rect">
          <a:avLst/>
        </a:prstGeom>
        <a:gradFill rotWithShape="0">
          <a:gsLst>
            <a:gs pos="0">
              <a:schemeClr val="accent3">
                <a:hueOff val="-13552120"/>
                <a:satOff val="-72364"/>
                <a:lumOff val="21571"/>
                <a:alphaOff val="0"/>
                <a:satMod val="103000"/>
                <a:lumMod val="102000"/>
                <a:tint val="94000"/>
              </a:schemeClr>
            </a:gs>
            <a:gs pos="50000">
              <a:schemeClr val="accent3">
                <a:hueOff val="-13552120"/>
                <a:satOff val="-72364"/>
                <a:lumOff val="21571"/>
                <a:alphaOff val="0"/>
                <a:satMod val="110000"/>
                <a:lumMod val="100000"/>
                <a:shade val="100000"/>
              </a:schemeClr>
            </a:gs>
            <a:gs pos="100000">
              <a:schemeClr val="accent3">
                <a:hueOff val="-13552120"/>
                <a:satOff val="-72364"/>
                <a:lumOff val="2157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fr-FR" sz="3600" kern="1200" dirty="0"/>
            <a:t>Environnement collaboratif</a:t>
          </a:r>
        </a:p>
      </dsp:txBody>
      <dsp:txXfrm>
        <a:off x="3474015" y="2206599"/>
        <a:ext cx="3151022" cy="1890613"/>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2A49D0-18C0-42B2-B7B9-F4D96E191789}">
      <dsp:nvSpPr>
        <dsp:cNvPr id="0" name=""/>
        <dsp:cNvSpPr/>
      </dsp:nvSpPr>
      <dsp:spPr>
        <a:xfrm>
          <a:off x="0" y="1102262"/>
          <a:ext cx="3155954" cy="1893572"/>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fr-FR" sz="3600" kern="1200" dirty="0"/>
            <a:t>Culture de l'expérience client </a:t>
          </a:r>
        </a:p>
      </dsp:txBody>
      <dsp:txXfrm>
        <a:off x="0" y="1102262"/>
        <a:ext cx="3155954" cy="1893572"/>
      </dsp:txXfrm>
    </dsp:sp>
    <dsp:sp modelId="{D10AD09B-20BA-433D-A989-2C2B71313DD2}">
      <dsp:nvSpPr>
        <dsp:cNvPr id="0" name=""/>
        <dsp:cNvSpPr/>
      </dsp:nvSpPr>
      <dsp:spPr>
        <a:xfrm>
          <a:off x="3471549" y="1102262"/>
          <a:ext cx="3155954" cy="1893572"/>
        </a:xfrm>
        <a:prstGeom prst="rect">
          <a:avLst/>
        </a:prstGeom>
        <a:gradFill rotWithShape="0">
          <a:gsLst>
            <a:gs pos="0">
              <a:schemeClr val="accent3">
                <a:hueOff val="-6776060"/>
                <a:satOff val="-36182"/>
                <a:lumOff val="10785"/>
                <a:alphaOff val="0"/>
                <a:satMod val="103000"/>
                <a:lumMod val="102000"/>
                <a:tint val="94000"/>
              </a:schemeClr>
            </a:gs>
            <a:gs pos="50000">
              <a:schemeClr val="accent3">
                <a:hueOff val="-6776060"/>
                <a:satOff val="-36182"/>
                <a:lumOff val="10785"/>
                <a:alphaOff val="0"/>
                <a:satMod val="110000"/>
                <a:lumMod val="100000"/>
                <a:shade val="100000"/>
              </a:schemeClr>
            </a:gs>
            <a:gs pos="100000">
              <a:schemeClr val="accent3">
                <a:hueOff val="-6776060"/>
                <a:satOff val="-36182"/>
                <a:lumOff val="1078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fr-FR" sz="3600" kern="1200" dirty="0"/>
            <a:t>Culture de la diversité et de l'inclusion</a:t>
          </a:r>
        </a:p>
      </dsp:txBody>
      <dsp:txXfrm>
        <a:off x="3471549" y="1102262"/>
        <a:ext cx="3155954" cy="1893572"/>
      </dsp:txXfrm>
    </dsp:sp>
    <dsp:sp modelId="{A61D1960-BC31-4F0A-B9FF-2968AF18ADD4}">
      <dsp:nvSpPr>
        <dsp:cNvPr id="0" name=""/>
        <dsp:cNvSpPr/>
      </dsp:nvSpPr>
      <dsp:spPr>
        <a:xfrm>
          <a:off x="6943098" y="1102262"/>
          <a:ext cx="3155954" cy="1893572"/>
        </a:xfrm>
        <a:prstGeom prst="rect">
          <a:avLst/>
        </a:prstGeom>
        <a:gradFill rotWithShape="0">
          <a:gsLst>
            <a:gs pos="0">
              <a:schemeClr val="accent3">
                <a:hueOff val="-13552120"/>
                <a:satOff val="-72364"/>
                <a:lumOff val="21571"/>
                <a:alphaOff val="0"/>
                <a:satMod val="103000"/>
                <a:lumMod val="102000"/>
                <a:tint val="94000"/>
              </a:schemeClr>
            </a:gs>
            <a:gs pos="50000">
              <a:schemeClr val="accent3">
                <a:hueOff val="-13552120"/>
                <a:satOff val="-72364"/>
                <a:lumOff val="21571"/>
                <a:alphaOff val="0"/>
                <a:satMod val="110000"/>
                <a:lumMod val="100000"/>
                <a:shade val="100000"/>
              </a:schemeClr>
            </a:gs>
            <a:gs pos="100000">
              <a:schemeClr val="accent3">
                <a:hueOff val="-13552120"/>
                <a:satOff val="-72364"/>
                <a:lumOff val="2157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r>
            <a:rPr lang="fr-FR" sz="3600" kern="1200" dirty="0"/>
            <a:t>Environnement de travail positif </a:t>
          </a:r>
        </a:p>
      </dsp:txBody>
      <dsp:txXfrm>
        <a:off x="6943098" y="1102262"/>
        <a:ext cx="3155954" cy="1893572"/>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4DBF0C-F254-4EC7-B630-331E1CA8364A}">
      <dsp:nvSpPr>
        <dsp:cNvPr id="0" name=""/>
        <dsp:cNvSpPr/>
      </dsp:nvSpPr>
      <dsp:spPr>
        <a:xfrm>
          <a:off x="67736" y="1746"/>
          <a:ext cx="3344496" cy="2006697"/>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fr-FR" sz="3200" kern="1200" dirty="0"/>
            <a:t>Autonomie et Responsabilisation</a:t>
          </a:r>
        </a:p>
      </dsp:txBody>
      <dsp:txXfrm>
        <a:off x="67736" y="1746"/>
        <a:ext cx="3344496" cy="2006697"/>
      </dsp:txXfrm>
    </dsp:sp>
    <dsp:sp modelId="{C00FF1A0-FC54-41DB-AA0D-36187259BF5C}">
      <dsp:nvSpPr>
        <dsp:cNvPr id="0" name=""/>
        <dsp:cNvSpPr/>
      </dsp:nvSpPr>
      <dsp:spPr>
        <a:xfrm>
          <a:off x="3746682" y="1746"/>
          <a:ext cx="3344496" cy="2006697"/>
        </a:xfrm>
        <a:prstGeom prst="rect">
          <a:avLst/>
        </a:prstGeom>
        <a:gradFill rotWithShape="0">
          <a:gsLst>
            <a:gs pos="0">
              <a:schemeClr val="accent3">
                <a:hueOff val="-4517374"/>
                <a:satOff val="-24121"/>
                <a:lumOff val="7190"/>
                <a:alphaOff val="0"/>
                <a:satMod val="103000"/>
                <a:lumMod val="102000"/>
                <a:tint val="94000"/>
              </a:schemeClr>
            </a:gs>
            <a:gs pos="50000">
              <a:schemeClr val="accent3">
                <a:hueOff val="-4517374"/>
                <a:satOff val="-24121"/>
                <a:lumOff val="7190"/>
                <a:alphaOff val="0"/>
                <a:satMod val="110000"/>
                <a:lumMod val="100000"/>
                <a:shade val="100000"/>
              </a:schemeClr>
            </a:gs>
            <a:gs pos="100000">
              <a:schemeClr val="accent3">
                <a:hueOff val="-4517374"/>
                <a:satOff val="-24121"/>
                <a:lumOff val="719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fr-FR" sz="3200" kern="1200" dirty="0"/>
            <a:t>Écoute active</a:t>
          </a:r>
        </a:p>
      </dsp:txBody>
      <dsp:txXfrm>
        <a:off x="3746682" y="1746"/>
        <a:ext cx="3344496" cy="2006697"/>
      </dsp:txXfrm>
    </dsp:sp>
    <dsp:sp modelId="{EED9AF92-7569-4459-8D86-9C370EB8CA25}">
      <dsp:nvSpPr>
        <dsp:cNvPr id="0" name=""/>
        <dsp:cNvSpPr/>
      </dsp:nvSpPr>
      <dsp:spPr>
        <a:xfrm>
          <a:off x="7425628" y="1746"/>
          <a:ext cx="3344496" cy="2006697"/>
        </a:xfrm>
        <a:prstGeom prst="rect">
          <a:avLst/>
        </a:prstGeom>
        <a:gradFill rotWithShape="0">
          <a:gsLst>
            <a:gs pos="0">
              <a:schemeClr val="accent3">
                <a:hueOff val="-9034747"/>
                <a:satOff val="-48243"/>
                <a:lumOff val="14381"/>
                <a:alphaOff val="0"/>
                <a:satMod val="103000"/>
                <a:lumMod val="102000"/>
                <a:tint val="94000"/>
              </a:schemeClr>
            </a:gs>
            <a:gs pos="50000">
              <a:schemeClr val="accent3">
                <a:hueOff val="-9034747"/>
                <a:satOff val="-48243"/>
                <a:lumOff val="14381"/>
                <a:alphaOff val="0"/>
                <a:satMod val="110000"/>
                <a:lumMod val="100000"/>
                <a:shade val="100000"/>
              </a:schemeClr>
            </a:gs>
            <a:gs pos="100000">
              <a:schemeClr val="accent3">
                <a:hueOff val="-9034747"/>
                <a:satOff val="-48243"/>
                <a:lumOff val="1438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fr-FR" sz="3200" kern="1200" dirty="0"/>
            <a:t>Soutien au Développement Personnel</a:t>
          </a:r>
        </a:p>
      </dsp:txBody>
      <dsp:txXfrm>
        <a:off x="7425628" y="1746"/>
        <a:ext cx="3344496" cy="2006697"/>
      </dsp:txXfrm>
    </dsp:sp>
    <dsp:sp modelId="{292AD762-BE2D-4714-B471-E2B73A730075}">
      <dsp:nvSpPr>
        <dsp:cNvPr id="0" name=""/>
        <dsp:cNvSpPr/>
      </dsp:nvSpPr>
      <dsp:spPr>
        <a:xfrm>
          <a:off x="3746682" y="2342893"/>
          <a:ext cx="3344496" cy="2006697"/>
        </a:xfrm>
        <a:prstGeom prst="rect">
          <a:avLst/>
        </a:prstGeom>
        <a:gradFill rotWithShape="0">
          <a:gsLst>
            <a:gs pos="0">
              <a:schemeClr val="accent3">
                <a:hueOff val="-13552120"/>
                <a:satOff val="-72364"/>
                <a:lumOff val="21571"/>
                <a:alphaOff val="0"/>
                <a:satMod val="103000"/>
                <a:lumMod val="102000"/>
                <a:tint val="94000"/>
              </a:schemeClr>
            </a:gs>
            <a:gs pos="50000">
              <a:schemeClr val="accent3">
                <a:hueOff val="-13552120"/>
                <a:satOff val="-72364"/>
                <a:lumOff val="21571"/>
                <a:alphaOff val="0"/>
                <a:satMod val="110000"/>
                <a:lumMod val="100000"/>
                <a:shade val="100000"/>
              </a:schemeClr>
            </a:gs>
            <a:gs pos="100000">
              <a:schemeClr val="accent3">
                <a:hueOff val="-13552120"/>
                <a:satOff val="-72364"/>
                <a:lumOff val="2157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fr-FR" sz="3200" kern="1200" dirty="0"/>
            <a:t>Prise de Décision Collaborative</a:t>
          </a:r>
        </a:p>
      </dsp:txBody>
      <dsp:txXfrm>
        <a:off x="3746682" y="2342893"/>
        <a:ext cx="3344496" cy="2006697"/>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EA69AC-B1C4-440C-AEF6-5316FC5B71F3}">
      <dsp:nvSpPr>
        <dsp:cNvPr id="0" name=""/>
        <dsp:cNvSpPr/>
      </dsp:nvSpPr>
      <dsp:spPr>
        <a:xfrm>
          <a:off x="0" y="1159619"/>
          <a:ext cx="3386831" cy="203209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fr-FR" sz="3700" kern="1200" dirty="0"/>
            <a:t>Priorité à la Culture d'Entreprise </a:t>
          </a:r>
        </a:p>
      </dsp:txBody>
      <dsp:txXfrm>
        <a:off x="0" y="1159619"/>
        <a:ext cx="3386831" cy="2032099"/>
      </dsp:txXfrm>
    </dsp:sp>
    <dsp:sp modelId="{B17FE40D-618C-4B7D-8A89-0DD114422B7C}">
      <dsp:nvSpPr>
        <dsp:cNvPr id="0" name=""/>
        <dsp:cNvSpPr/>
      </dsp:nvSpPr>
      <dsp:spPr>
        <a:xfrm>
          <a:off x="3725515" y="1159619"/>
          <a:ext cx="3386831" cy="2032099"/>
        </a:xfrm>
        <a:prstGeom prst="rect">
          <a:avLst/>
        </a:prstGeom>
        <a:gradFill rotWithShape="0">
          <a:gsLst>
            <a:gs pos="0">
              <a:schemeClr val="accent3">
                <a:hueOff val="-6776060"/>
                <a:satOff val="-36182"/>
                <a:lumOff val="10785"/>
                <a:alphaOff val="0"/>
                <a:satMod val="103000"/>
                <a:lumMod val="102000"/>
                <a:tint val="94000"/>
              </a:schemeClr>
            </a:gs>
            <a:gs pos="50000">
              <a:schemeClr val="accent3">
                <a:hueOff val="-6776060"/>
                <a:satOff val="-36182"/>
                <a:lumOff val="10785"/>
                <a:alphaOff val="0"/>
                <a:satMod val="110000"/>
                <a:lumMod val="100000"/>
                <a:shade val="100000"/>
              </a:schemeClr>
            </a:gs>
            <a:gs pos="100000">
              <a:schemeClr val="accent3">
                <a:hueOff val="-6776060"/>
                <a:satOff val="-36182"/>
                <a:lumOff val="10785"/>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fr-FR" sz="3700" kern="1200" dirty="0"/>
            <a:t>Adaptabilité</a:t>
          </a:r>
        </a:p>
      </dsp:txBody>
      <dsp:txXfrm>
        <a:off x="3725515" y="1159619"/>
        <a:ext cx="3386831" cy="2032099"/>
      </dsp:txXfrm>
    </dsp:sp>
    <dsp:sp modelId="{C280EEA6-C281-407B-B0E4-327B749BDF9C}">
      <dsp:nvSpPr>
        <dsp:cNvPr id="0" name=""/>
        <dsp:cNvSpPr/>
      </dsp:nvSpPr>
      <dsp:spPr>
        <a:xfrm>
          <a:off x="7451030" y="1159619"/>
          <a:ext cx="3386831" cy="2032099"/>
        </a:xfrm>
        <a:prstGeom prst="rect">
          <a:avLst/>
        </a:prstGeom>
        <a:gradFill rotWithShape="0">
          <a:gsLst>
            <a:gs pos="0">
              <a:schemeClr val="accent3">
                <a:hueOff val="-13552120"/>
                <a:satOff val="-72364"/>
                <a:lumOff val="21571"/>
                <a:alphaOff val="0"/>
                <a:satMod val="103000"/>
                <a:lumMod val="102000"/>
                <a:tint val="94000"/>
              </a:schemeClr>
            </a:gs>
            <a:gs pos="50000">
              <a:schemeClr val="accent3">
                <a:hueOff val="-13552120"/>
                <a:satOff val="-72364"/>
                <a:lumOff val="21571"/>
                <a:alphaOff val="0"/>
                <a:satMod val="110000"/>
                <a:lumMod val="100000"/>
                <a:shade val="100000"/>
              </a:schemeClr>
            </a:gs>
            <a:gs pos="100000">
              <a:schemeClr val="accent3">
                <a:hueOff val="-13552120"/>
                <a:satOff val="-72364"/>
                <a:lumOff val="2157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ctr" defTabSz="1644650">
            <a:lnSpc>
              <a:spcPct val="90000"/>
            </a:lnSpc>
            <a:spcBef>
              <a:spcPct val="0"/>
            </a:spcBef>
            <a:spcAft>
              <a:spcPct val="35000"/>
            </a:spcAft>
            <a:buNone/>
          </a:pPr>
          <a:r>
            <a:rPr lang="fr-FR" sz="3700" kern="1200" dirty="0"/>
            <a:t>Reconnaissance et célébration</a:t>
          </a:r>
        </a:p>
      </dsp:txBody>
      <dsp:txXfrm>
        <a:off x="7451030" y="1159619"/>
        <a:ext cx="3386831" cy="2032099"/>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pList1">
  <dgm:title val=""/>
  <dgm:desc val=""/>
  <dgm:catLst>
    <dgm:cat type="list" pri="2000"/>
    <dgm:cat type="picture" pri="2500"/>
    <dgm:cat type="pictureconvert" pri="25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off" val="ctr"/>
          <dgm:param type="vertAlign" val="mid"/>
          <dgm:param type="horzAlign" val="ctr"/>
        </dgm:alg>
      </dgm:if>
      <dgm:else name="Name3">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1"/>
      <dgm:constr type="sp" refType="w" refFor="ch" refForName="compNode" op="equ" fact="0.1"/>
      <dgm:constr type="primFontSz" for="des" ptType="node" op="equ" val="65"/>
    </dgm:constrLst>
    <dgm:ruleLst/>
    <dgm:forEach name="Name4" axis="ch" ptType="node">
      <dgm:layoutNode name="compNode">
        <dgm:alg type="composite">
          <dgm:param type="ar" val="0.943"/>
        </dgm:alg>
        <dgm:shape xmlns:r="http://schemas.openxmlformats.org/officeDocument/2006/relationships" r:blip="">
          <dgm:adjLst/>
        </dgm:shape>
        <dgm:presOf axis="self"/>
        <dgm:constrLst>
          <dgm:constr type="h" refType="w" fact="1.06"/>
          <dgm:constr type="h" for="ch" forName="pictRect" refType="h" fact="0.65"/>
          <dgm:constr type="w" for="ch" forName="pictRect" refType="w"/>
          <dgm:constr type="l" for="ch" forName="pictRect"/>
          <dgm:constr type="t" for="ch" forName="pictRect"/>
          <dgm:constr type="w" for="ch" forName="textRect" refType="w"/>
          <dgm:constr type="h" for="ch" forName="textRect" refType="h" fact="0.35"/>
          <dgm:constr type="l" for="ch" forName="textRect"/>
          <dgm:constr type="t" for="ch" forName="textRect" refType="b" refFor="ch" refForName="pictRect"/>
        </dgm:constrLst>
        <dgm:ruleLst/>
        <dgm:layoutNode name="pictRect">
          <dgm:alg type="sp"/>
          <dgm:shape xmlns:r="http://schemas.openxmlformats.org/officeDocument/2006/relationships" type="roundRect" r:blip="" blipPhldr="1">
            <dgm:adjLst/>
          </dgm:shape>
          <dgm:presOf/>
          <dgm:constrLst/>
          <dgm:ruleLst/>
        </dgm:layoutNode>
        <dgm:layoutNode name="textRect" styleLbl="revTx">
          <dgm:varLst>
            <dgm:bulletEnabled val="1"/>
          </dgm:varLst>
          <dgm:alg type="tx">
            <dgm:param type="txAnchorVert" val="t"/>
          </dgm:alg>
          <dgm:shape xmlns:r="http://schemas.openxmlformats.org/officeDocument/2006/relationships" type="rect" r:blip="">
            <dgm:adjLst/>
          </dgm:shape>
          <dgm:presOf axis="desOrSelf" ptType="node"/>
          <dgm:constrLst>
            <dgm:constr type="bMarg"/>
          </dgm:constrLst>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FR" dirty="0"/>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023DB037-710F-4A44-BDF0-28DC42F2FAE9}" type="datetime1">
              <a:rPr lang="fr-FR" smtClean="0"/>
              <a:t>14/12/2023</a:t>
            </a:fld>
            <a:endParaRPr lang="fr-FR" dirty="0"/>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FR" dirty="0"/>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18A1656-FDB1-442A-B22F-67D2FDA9ED13}" type="slidenum">
              <a:rPr lang="fr-FR" smtClean="0"/>
              <a:t>‹N°›</a:t>
            </a:fld>
            <a:endParaRPr lang="fr-FR" dirty="0"/>
          </a:p>
        </p:txBody>
      </p:sp>
    </p:spTree>
    <p:extLst>
      <p:ext uri="{BB962C8B-B14F-4D97-AF65-F5344CB8AC3E}">
        <p14:creationId xmlns:p14="http://schemas.microsoft.com/office/powerpoint/2010/main" val="330478500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fr-FR" noProof="0" dirty="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4718FD-5C33-42D8-BCA9-0B83DD06AC51}" type="datetime1">
              <a:rPr lang="fr-FR" smtClean="0"/>
              <a:pPr/>
              <a:t>14/12/2023</a:t>
            </a:fld>
            <a:endParaRPr lang="fr-FR" dirty="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fr-FR" noProof="0" dirty="0"/>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fr-FR" noProof="0" dirty="0"/>
              <a:t>Modifiez les styles du texte du masque</a:t>
            </a:r>
          </a:p>
          <a:p>
            <a:pPr lvl="1" rtl="0"/>
            <a:r>
              <a:rPr lang="fr-FR" noProof="0" dirty="0"/>
              <a:t>Deuxième niveau</a:t>
            </a:r>
          </a:p>
          <a:p>
            <a:pPr lvl="2" rtl="0"/>
            <a:r>
              <a:rPr lang="fr-FR" noProof="0" dirty="0"/>
              <a:t>Troisième niveau</a:t>
            </a:r>
          </a:p>
          <a:p>
            <a:pPr lvl="3" rtl="0"/>
            <a:r>
              <a:rPr lang="fr-FR" noProof="0" dirty="0"/>
              <a:t>Quatrième niveau</a:t>
            </a:r>
          </a:p>
          <a:p>
            <a:pPr lvl="4" rtl="0"/>
            <a:r>
              <a:rPr lang="fr-FR" noProof="0" dirty="0"/>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fr-FR" noProof="0" dirty="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6336304E-FDE3-4B4F-A3B7-EBE87F3FA5E2}" type="slidenum">
              <a:rPr lang="fr-FR" noProof="0" smtClean="0"/>
              <a:t>‹N°›</a:t>
            </a:fld>
            <a:endParaRPr lang="fr-FR" noProof="0" dirty="0"/>
          </a:p>
        </p:txBody>
      </p:sp>
    </p:spTree>
    <p:extLst>
      <p:ext uri="{BB962C8B-B14F-4D97-AF65-F5344CB8AC3E}">
        <p14:creationId xmlns:p14="http://schemas.microsoft.com/office/powerpoint/2010/main" val="408513861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dirty="0"/>
          </a:p>
        </p:txBody>
      </p:sp>
      <p:sp>
        <p:nvSpPr>
          <p:cNvPr id="4" name="Espace réservé du numéro de diapositive 3"/>
          <p:cNvSpPr>
            <a:spLocks noGrp="1"/>
          </p:cNvSpPr>
          <p:nvPr>
            <p:ph type="sldNum" sz="quarter" idx="10"/>
          </p:nvPr>
        </p:nvSpPr>
        <p:spPr/>
        <p:txBody>
          <a:bodyPr rtlCol="0"/>
          <a:lstStyle/>
          <a:p>
            <a:pPr rtl="0"/>
            <a:fld id="{6336304E-FDE3-4B4F-A3B7-EBE87F3FA5E2}" type="slidenum">
              <a:rPr lang="fr-FR" smtClean="0"/>
              <a:t>1</a:t>
            </a:fld>
            <a:endParaRPr lang="fr-FR" dirty="0"/>
          </a:p>
        </p:txBody>
      </p:sp>
    </p:spTree>
    <p:extLst>
      <p:ext uri="{BB962C8B-B14F-4D97-AF65-F5344CB8AC3E}">
        <p14:creationId xmlns:p14="http://schemas.microsoft.com/office/powerpoint/2010/main" val="298553094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slideLayouts/_rels/slideLayout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re Slide_01">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456FD49-C258-4333-9422-358C976A341C}"/>
              </a:ext>
            </a:extLst>
          </p:cNvPr>
          <p:cNvSpPr>
            <a:spLocks noGrp="1"/>
          </p:cNvSpPr>
          <p:nvPr>
            <p:ph type="ctrTitle" hasCustomPrompt="1"/>
          </p:nvPr>
        </p:nvSpPr>
        <p:spPr>
          <a:xfrm>
            <a:off x="6343650" y="2173288"/>
            <a:ext cx="5143500" cy="2090808"/>
          </a:xfrm>
        </p:spPr>
        <p:txBody>
          <a:bodyPr rtlCol="0" anchor="b">
            <a:noAutofit/>
          </a:bodyPr>
          <a:lstStyle>
            <a:lvl1pPr algn="l">
              <a:defRPr sz="5400" b="1" cap="all" baseline="0">
                <a:solidFill>
                  <a:schemeClr val="accent1"/>
                </a:solidFill>
                <a:latin typeface="+mj-lt"/>
              </a:defRPr>
            </a:lvl1pPr>
          </a:lstStyle>
          <a:p>
            <a:pPr rtl="0"/>
            <a:r>
              <a:rPr lang="fr-FR" noProof="0" dirty="0"/>
              <a:t>Le sous-titre vient ici</a:t>
            </a:r>
          </a:p>
        </p:txBody>
      </p:sp>
      <p:sp>
        <p:nvSpPr>
          <p:cNvPr id="3" name="Sous-titre 2">
            <a:extLst>
              <a:ext uri="{FF2B5EF4-FFF2-40B4-BE49-F238E27FC236}">
                <a16:creationId xmlns:a16="http://schemas.microsoft.com/office/drawing/2014/main" id="{59758E15-A93D-4FB9-843D-1490E27A151B}"/>
              </a:ext>
            </a:extLst>
          </p:cNvPr>
          <p:cNvSpPr>
            <a:spLocks noGrp="1"/>
          </p:cNvSpPr>
          <p:nvPr>
            <p:ph type="subTitle" idx="1"/>
          </p:nvPr>
        </p:nvSpPr>
        <p:spPr>
          <a:xfrm>
            <a:off x="6343650" y="4279971"/>
            <a:ext cx="5143500" cy="503167"/>
          </a:xfrm>
        </p:spPr>
        <p:txBody>
          <a:bodyPr rtlCol="0">
            <a:noAutofit/>
          </a:bodyPr>
          <a:lstStyle>
            <a:lvl1pPr marL="0" indent="0" algn="l">
              <a:buNone/>
              <a:defRPr sz="1800" b="0"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FR" noProof="0"/>
              <a:t>Modifiez le style des sous-titres du masque</a:t>
            </a:r>
            <a:endParaRPr lang="fr-FR" noProof="0" dirty="0"/>
          </a:p>
        </p:txBody>
      </p:sp>
      <p:sp>
        <p:nvSpPr>
          <p:cNvPr id="13" name="Espace réservé d’image 12">
            <a:extLst>
              <a:ext uri="{FF2B5EF4-FFF2-40B4-BE49-F238E27FC236}">
                <a16:creationId xmlns:a16="http://schemas.microsoft.com/office/drawing/2014/main" id="{BCCC559D-0EC3-432C-B397-6897B366DF36}"/>
              </a:ext>
            </a:extLst>
          </p:cNvPr>
          <p:cNvSpPr>
            <a:spLocks noGrp="1"/>
          </p:cNvSpPr>
          <p:nvPr>
            <p:ph type="pic" sz="quarter" idx="10"/>
          </p:nvPr>
        </p:nvSpPr>
        <p:spPr>
          <a:xfrm>
            <a:off x="710812" y="728545"/>
            <a:ext cx="5305661" cy="5305661"/>
          </a:xfrm>
          <a:prstGeom prst="ellipse">
            <a:avLst/>
          </a:prstGeom>
          <a:solidFill>
            <a:schemeClr val="bg2"/>
          </a:solidFill>
        </p:spPr>
        <p:txBody>
          <a:bodyPr rtlCol="0" anchor="ctr"/>
          <a:lstStyle>
            <a:lvl1pPr marL="0" indent="0" algn="ctr">
              <a:buNone/>
              <a:defRPr/>
            </a:lvl1pPr>
          </a:lstStyle>
          <a:p>
            <a:pPr rtl="0"/>
            <a:r>
              <a:rPr lang="fr-FR" noProof="0"/>
              <a:t>Cliquez sur l'icône pour ajouter une image</a:t>
            </a:r>
            <a:endParaRPr lang="fr-FR" noProof="0" dirty="0"/>
          </a:p>
        </p:txBody>
      </p:sp>
      <p:grpSp>
        <p:nvGrpSpPr>
          <p:cNvPr id="14" name="Groupe 13">
            <a:extLst>
              <a:ext uri="{FF2B5EF4-FFF2-40B4-BE49-F238E27FC236}">
                <a16:creationId xmlns:a16="http://schemas.microsoft.com/office/drawing/2014/main" id="{0DC2055F-AE3F-46BE-B57E-A0F1A86D1C36}"/>
              </a:ext>
            </a:extLst>
          </p:cNvPr>
          <p:cNvGrpSpPr/>
          <p:nvPr userDrawn="1"/>
        </p:nvGrpSpPr>
        <p:grpSpPr>
          <a:xfrm>
            <a:off x="-1728305" y="-2049517"/>
            <a:ext cx="8917229" cy="10769768"/>
            <a:chOff x="11114088" y="2241550"/>
            <a:chExt cx="1905000" cy="2354263"/>
          </a:xfrm>
          <a:solidFill>
            <a:schemeClr val="bg2">
              <a:alpha val="91000"/>
            </a:schemeClr>
          </a:solidFill>
        </p:grpSpPr>
        <p:sp>
          <p:nvSpPr>
            <p:cNvPr id="15" name="Forme libre 5">
              <a:extLst>
                <a:ext uri="{FF2B5EF4-FFF2-40B4-BE49-F238E27FC236}">
                  <a16:creationId xmlns:a16="http://schemas.microsoft.com/office/drawing/2014/main" id="{C98EF042-A3B8-406D-BC16-153A989F571A}"/>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fr-FR" noProof="0" dirty="0"/>
            </a:p>
          </p:txBody>
        </p:sp>
        <p:sp>
          <p:nvSpPr>
            <p:cNvPr id="16" name="Forme libre 6">
              <a:extLst>
                <a:ext uri="{FF2B5EF4-FFF2-40B4-BE49-F238E27FC236}">
                  <a16:creationId xmlns:a16="http://schemas.microsoft.com/office/drawing/2014/main" id="{68E5FAC9-A660-4D7A-AC84-0A7C8CC3BB65}"/>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fr-FR" noProof="0" dirty="0"/>
            </a:p>
          </p:txBody>
        </p:sp>
      </p:grpSp>
      <p:pic>
        <p:nvPicPr>
          <p:cNvPr id="9" name="Image 8">
            <a:extLst>
              <a:ext uri="{FF2B5EF4-FFF2-40B4-BE49-F238E27FC236}">
                <a16:creationId xmlns:a16="http://schemas.microsoft.com/office/drawing/2014/main" id="{4FE28ACC-E44C-4381-B768-0310810E78D2}"/>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6372999" y="1312605"/>
            <a:ext cx="1745251" cy="673365"/>
          </a:xfrm>
          <a:prstGeom prst="rect">
            <a:avLst/>
          </a:prstGeom>
        </p:spPr>
      </p:pic>
      <p:cxnSp>
        <p:nvCxnSpPr>
          <p:cNvPr id="5" name="Connecteur droit 4">
            <a:extLst>
              <a:ext uri="{FF2B5EF4-FFF2-40B4-BE49-F238E27FC236}">
                <a16:creationId xmlns:a16="http://schemas.microsoft.com/office/drawing/2014/main" id="{819AFA09-F4B1-493D-BCAD-FF30C20CD1AA}"/>
              </a:ext>
            </a:extLst>
          </p:cNvPr>
          <p:cNvCxnSpPr/>
          <p:nvPr userDrawn="1"/>
        </p:nvCxnSpPr>
        <p:spPr>
          <a:xfrm>
            <a:off x="6469778" y="4233582"/>
            <a:ext cx="50760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84962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re Slide_0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6299464-ED20-4919-8B3A-2CFAE8DA2347}"/>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
        <p:nvSpPr>
          <p:cNvPr id="2" name="Titre 1">
            <a:extLst>
              <a:ext uri="{FF2B5EF4-FFF2-40B4-BE49-F238E27FC236}">
                <a16:creationId xmlns:a16="http://schemas.microsoft.com/office/drawing/2014/main" id="{2456FD49-C258-4333-9422-358C976A341C}"/>
              </a:ext>
            </a:extLst>
          </p:cNvPr>
          <p:cNvSpPr>
            <a:spLocks noGrp="1"/>
          </p:cNvSpPr>
          <p:nvPr>
            <p:ph type="ctrTitle" hasCustomPrompt="1"/>
          </p:nvPr>
        </p:nvSpPr>
        <p:spPr>
          <a:xfrm>
            <a:off x="6343650" y="2173288"/>
            <a:ext cx="5143500" cy="2090808"/>
          </a:xfrm>
        </p:spPr>
        <p:txBody>
          <a:bodyPr rtlCol="0" anchor="b">
            <a:noAutofit/>
          </a:bodyPr>
          <a:lstStyle>
            <a:lvl1pPr algn="l">
              <a:defRPr sz="5400" b="1" cap="all" baseline="0">
                <a:solidFill>
                  <a:schemeClr val="bg1"/>
                </a:solidFill>
                <a:latin typeface="+mj-lt"/>
              </a:defRPr>
            </a:lvl1pPr>
          </a:lstStyle>
          <a:p>
            <a:pPr rtl="0"/>
            <a:r>
              <a:rPr lang="fr-FR" noProof="0" dirty="0"/>
              <a:t>Le sous-titre vient ici</a:t>
            </a:r>
          </a:p>
        </p:txBody>
      </p:sp>
      <p:sp>
        <p:nvSpPr>
          <p:cNvPr id="3" name="Sous-titre 2">
            <a:extLst>
              <a:ext uri="{FF2B5EF4-FFF2-40B4-BE49-F238E27FC236}">
                <a16:creationId xmlns:a16="http://schemas.microsoft.com/office/drawing/2014/main" id="{59758E15-A93D-4FB9-843D-1490E27A151B}"/>
              </a:ext>
            </a:extLst>
          </p:cNvPr>
          <p:cNvSpPr>
            <a:spLocks noGrp="1"/>
          </p:cNvSpPr>
          <p:nvPr>
            <p:ph type="subTitle" idx="1"/>
          </p:nvPr>
        </p:nvSpPr>
        <p:spPr>
          <a:xfrm>
            <a:off x="6343650" y="4279971"/>
            <a:ext cx="5143500" cy="503167"/>
          </a:xfrm>
        </p:spPr>
        <p:txBody>
          <a:bodyPr rtlCol="0">
            <a:noAutofit/>
          </a:bodyPr>
          <a:lstStyle>
            <a:lvl1pPr marL="0" indent="0" algn="l">
              <a:buNone/>
              <a:defRPr sz="1800" b="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FR" noProof="0"/>
              <a:t>Modifiez le style des sous-titres du masque</a:t>
            </a:r>
            <a:endParaRPr lang="fr-FR" noProof="0" dirty="0"/>
          </a:p>
        </p:txBody>
      </p:sp>
      <p:sp>
        <p:nvSpPr>
          <p:cNvPr id="13" name="Espace réservé d’image 12">
            <a:extLst>
              <a:ext uri="{FF2B5EF4-FFF2-40B4-BE49-F238E27FC236}">
                <a16:creationId xmlns:a16="http://schemas.microsoft.com/office/drawing/2014/main" id="{BCCC559D-0EC3-432C-B397-6897B366DF36}"/>
              </a:ext>
            </a:extLst>
          </p:cNvPr>
          <p:cNvSpPr>
            <a:spLocks noGrp="1"/>
          </p:cNvSpPr>
          <p:nvPr>
            <p:ph type="pic" sz="quarter" idx="10"/>
          </p:nvPr>
        </p:nvSpPr>
        <p:spPr>
          <a:xfrm>
            <a:off x="710812" y="728545"/>
            <a:ext cx="5305661" cy="5305661"/>
          </a:xfrm>
          <a:prstGeom prst="ellipse">
            <a:avLst/>
          </a:prstGeom>
          <a:solidFill>
            <a:schemeClr val="bg2"/>
          </a:solidFill>
        </p:spPr>
        <p:txBody>
          <a:bodyPr rtlCol="0" anchor="ctr"/>
          <a:lstStyle>
            <a:lvl1pPr marL="0" indent="0" algn="ctr">
              <a:buNone/>
              <a:defRPr/>
            </a:lvl1pPr>
          </a:lstStyle>
          <a:p>
            <a:pPr rtl="0"/>
            <a:r>
              <a:rPr lang="fr-FR" noProof="0"/>
              <a:t>Cliquez sur l'icône pour ajouter une image</a:t>
            </a:r>
            <a:endParaRPr lang="fr-FR" noProof="0" dirty="0"/>
          </a:p>
        </p:txBody>
      </p:sp>
      <p:grpSp>
        <p:nvGrpSpPr>
          <p:cNvPr id="14" name="Groupe 13">
            <a:extLst>
              <a:ext uri="{FF2B5EF4-FFF2-40B4-BE49-F238E27FC236}">
                <a16:creationId xmlns:a16="http://schemas.microsoft.com/office/drawing/2014/main" id="{0DC2055F-AE3F-46BE-B57E-A0F1A86D1C36}"/>
              </a:ext>
            </a:extLst>
          </p:cNvPr>
          <p:cNvGrpSpPr/>
          <p:nvPr userDrawn="1"/>
        </p:nvGrpSpPr>
        <p:grpSpPr>
          <a:xfrm>
            <a:off x="-1728305" y="-2049517"/>
            <a:ext cx="8917229" cy="10769768"/>
            <a:chOff x="11114088" y="2241550"/>
            <a:chExt cx="1905000" cy="2354263"/>
          </a:xfrm>
          <a:solidFill>
            <a:schemeClr val="bg1">
              <a:alpha val="16000"/>
            </a:schemeClr>
          </a:solidFill>
        </p:grpSpPr>
        <p:sp>
          <p:nvSpPr>
            <p:cNvPr id="15" name="Forme libre 5">
              <a:extLst>
                <a:ext uri="{FF2B5EF4-FFF2-40B4-BE49-F238E27FC236}">
                  <a16:creationId xmlns:a16="http://schemas.microsoft.com/office/drawing/2014/main" id="{C98EF042-A3B8-406D-BC16-153A989F571A}"/>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fr-FR" noProof="0" dirty="0"/>
            </a:p>
          </p:txBody>
        </p:sp>
        <p:sp>
          <p:nvSpPr>
            <p:cNvPr id="16" name="Forme libre 6">
              <a:extLst>
                <a:ext uri="{FF2B5EF4-FFF2-40B4-BE49-F238E27FC236}">
                  <a16:creationId xmlns:a16="http://schemas.microsoft.com/office/drawing/2014/main" id="{68E5FAC9-A660-4D7A-AC84-0A7C8CC3BB65}"/>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fr-FR" noProof="0" dirty="0"/>
            </a:p>
          </p:txBody>
        </p:sp>
      </p:grpSp>
      <p:pic>
        <p:nvPicPr>
          <p:cNvPr id="9" name="Image 8">
            <a:extLst>
              <a:ext uri="{FF2B5EF4-FFF2-40B4-BE49-F238E27FC236}">
                <a16:creationId xmlns:a16="http://schemas.microsoft.com/office/drawing/2014/main" id="{4FE28ACC-E44C-4381-B768-0310810E78D2}"/>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0015850" y="391862"/>
            <a:ext cx="1745251" cy="673365"/>
          </a:xfrm>
          <a:prstGeom prst="rect">
            <a:avLst/>
          </a:prstGeom>
        </p:spPr>
      </p:pic>
      <p:cxnSp>
        <p:nvCxnSpPr>
          <p:cNvPr id="5" name="Connecteur droit 4">
            <a:extLst>
              <a:ext uri="{FF2B5EF4-FFF2-40B4-BE49-F238E27FC236}">
                <a16:creationId xmlns:a16="http://schemas.microsoft.com/office/drawing/2014/main" id="{819AFA09-F4B1-493D-BCAD-FF30C20CD1AA}"/>
              </a:ext>
            </a:extLst>
          </p:cNvPr>
          <p:cNvCxnSpPr/>
          <p:nvPr userDrawn="1"/>
        </p:nvCxnSpPr>
        <p:spPr>
          <a:xfrm>
            <a:off x="6469778" y="4233582"/>
            <a:ext cx="5040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1214083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7333" userDrawn="1">
          <p15:clr>
            <a:srgbClr val="FBAE40"/>
          </p15:clr>
        </p15:guide>
        <p15:guide id="4" pos="36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L’en-tête de section avec imag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9087E09-D75F-4E26-B01E-A1A09BA2EA70}"/>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
        <p:nvSpPr>
          <p:cNvPr id="2" name="Titre 1">
            <a:extLst>
              <a:ext uri="{FF2B5EF4-FFF2-40B4-BE49-F238E27FC236}">
                <a16:creationId xmlns:a16="http://schemas.microsoft.com/office/drawing/2014/main" id="{AF7A70B7-7ADE-4E0B-B956-363B0B1AA613}"/>
              </a:ext>
            </a:extLst>
          </p:cNvPr>
          <p:cNvSpPr>
            <a:spLocks noGrp="1"/>
          </p:cNvSpPr>
          <p:nvPr>
            <p:ph type="title"/>
          </p:nvPr>
        </p:nvSpPr>
        <p:spPr>
          <a:xfrm>
            <a:off x="831850" y="182563"/>
            <a:ext cx="10515600" cy="940181"/>
          </a:xfrm>
        </p:spPr>
        <p:txBody>
          <a:bodyPr rtlCol="0" anchor="b">
            <a:noAutofit/>
          </a:bodyPr>
          <a:lstStyle>
            <a:lvl1pPr algn="ctr">
              <a:defRPr sz="4000" b="1" cap="all" baseline="0">
                <a:solidFill>
                  <a:schemeClr val="bg1"/>
                </a:solidFill>
              </a:defRPr>
            </a:lvl1pPr>
          </a:lstStyle>
          <a:p>
            <a:pPr rtl="0"/>
            <a:r>
              <a:rPr lang="fr-FR" noProof="0"/>
              <a:t>Modifiez le style du titre</a:t>
            </a:r>
            <a:endParaRPr lang="fr-FR" noProof="0" dirty="0"/>
          </a:p>
        </p:txBody>
      </p:sp>
      <p:sp>
        <p:nvSpPr>
          <p:cNvPr id="3" name="Espace réservé du texte 2">
            <a:extLst>
              <a:ext uri="{FF2B5EF4-FFF2-40B4-BE49-F238E27FC236}">
                <a16:creationId xmlns:a16="http://schemas.microsoft.com/office/drawing/2014/main" id="{4ACB5603-8A62-4D45-B6EF-0D7E2D5FC4F7}"/>
              </a:ext>
            </a:extLst>
          </p:cNvPr>
          <p:cNvSpPr>
            <a:spLocks noGrp="1"/>
          </p:cNvSpPr>
          <p:nvPr>
            <p:ph type="body" idx="1" hasCustomPrompt="1"/>
          </p:nvPr>
        </p:nvSpPr>
        <p:spPr>
          <a:xfrm>
            <a:off x="2139388" y="1154832"/>
            <a:ext cx="7900525" cy="764460"/>
          </a:xfrm>
        </p:spPr>
        <p:txBody>
          <a:bodyPr rtlCol="0">
            <a:noAutofit/>
          </a:bodyPr>
          <a:lstStyle>
            <a:lvl1pPr marL="0" indent="0" algn="ctr">
              <a:buNone/>
              <a:defRPr sz="1800" cap="none"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fr-FR" noProof="0" dirty="0"/>
              <a:t>Le texte factice vient ici</a:t>
            </a:r>
          </a:p>
        </p:txBody>
      </p:sp>
      <p:pic>
        <p:nvPicPr>
          <p:cNvPr id="8" name="Image 7">
            <a:extLst>
              <a:ext uri="{FF2B5EF4-FFF2-40B4-BE49-F238E27FC236}">
                <a16:creationId xmlns:a16="http://schemas.microsoft.com/office/drawing/2014/main" id="{25FC40B0-ED27-47E5-A3C2-32A8418567EE}"/>
              </a:ext>
            </a:extLst>
          </p:cNvPr>
          <p:cNvPicPr>
            <a:picLocks noChangeAspect="1"/>
          </p:cNvPicPr>
          <p:nvPr userDrawn="1"/>
        </p:nvPicPr>
        <p:blipFill>
          <a:blip r:embed="rId2">
            <a:biLevel thresh="25000"/>
            <a:extLst>
              <a:ext uri="{28A0092B-C50C-407E-A947-70E740481C1C}">
                <a14:useLocalDpi xmlns:a14="http://schemas.microsoft.com/office/drawing/2010/main"/>
              </a:ext>
            </a:extLst>
          </a:blip>
          <a:stretch>
            <a:fillRect/>
          </a:stretch>
        </p:blipFill>
        <p:spPr>
          <a:xfrm>
            <a:off x="469638" y="6260507"/>
            <a:ext cx="1075427" cy="414929"/>
          </a:xfrm>
          <a:prstGeom prst="rect">
            <a:avLst/>
          </a:prstGeom>
        </p:spPr>
      </p:pic>
      <p:sp>
        <p:nvSpPr>
          <p:cNvPr id="11" name="Ovale 10">
            <a:extLst>
              <a:ext uri="{FF2B5EF4-FFF2-40B4-BE49-F238E27FC236}">
                <a16:creationId xmlns:a16="http://schemas.microsoft.com/office/drawing/2014/main" id="{8931D2A9-0B92-4197-8802-80424C14EA7E}"/>
              </a:ext>
            </a:extLst>
          </p:cNvPr>
          <p:cNvSpPr/>
          <p:nvPr userDrawn="1"/>
        </p:nvSpPr>
        <p:spPr>
          <a:xfrm>
            <a:off x="11371669" y="6409397"/>
            <a:ext cx="280051" cy="28005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
        <p:nvSpPr>
          <p:cNvPr id="6" name="Espace réservé du numéro de diapositive 5">
            <a:extLst>
              <a:ext uri="{FF2B5EF4-FFF2-40B4-BE49-F238E27FC236}">
                <a16:creationId xmlns:a16="http://schemas.microsoft.com/office/drawing/2014/main" id="{533B74B0-30B9-45C2-9AE6-45D1978AAFAE}"/>
              </a:ext>
            </a:extLst>
          </p:cNvPr>
          <p:cNvSpPr>
            <a:spLocks noGrp="1"/>
          </p:cNvSpPr>
          <p:nvPr>
            <p:ph type="sldNum" sz="quarter" idx="12"/>
          </p:nvPr>
        </p:nvSpPr>
        <p:spPr>
          <a:xfrm>
            <a:off x="11363696" y="6455739"/>
            <a:ext cx="294460" cy="187367"/>
          </a:xfrm>
        </p:spPr>
        <p:txBody>
          <a:bodyPr lIns="0" tIns="0" rIns="0" bIns="0" rtlCol="0"/>
          <a:lstStyle>
            <a:lvl1pPr algn="ctr">
              <a:defRPr sz="900">
                <a:solidFill>
                  <a:srgbClr val="2C567A"/>
                </a:solidFill>
                <a:latin typeface="+mn-lt"/>
              </a:defRPr>
            </a:lvl1pPr>
          </a:lstStyle>
          <a:p>
            <a:pPr rtl="0"/>
            <a:fld id="{9EC71654-96A5-4280-94F3-931C61A9F92C}" type="slidenum">
              <a:rPr lang="fr-FR" noProof="0" smtClean="0"/>
              <a:pPr rtl="0"/>
              <a:t>‹N°›</a:t>
            </a:fld>
            <a:endParaRPr lang="fr-FR" noProof="0" dirty="0"/>
          </a:p>
        </p:txBody>
      </p:sp>
      <p:sp>
        <p:nvSpPr>
          <p:cNvPr id="15" name="Espace réservé d’image 14">
            <a:extLst>
              <a:ext uri="{FF2B5EF4-FFF2-40B4-BE49-F238E27FC236}">
                <a16:creationId xmlns:a16="http://schemas.microsoft.com/office/drawing/2014/main" id="{B5A30B6B-EEDB-4142-8138-D50F5A307D76}"/>
              </a:ext>
            </a:extLst>
          </p:cNvPr>
          <p:cNvSpPr>
            <a:spLocks noGrp="1"/>
          </p:cNvSpPr>
          <p:nvPr>
            <p:ph type="pic" sz="quarter" idx="13"/>
          </p:nvPr>
        </p:nvSpPr>
        <p:spPr>
          <a:xfrm>
            <a:off x="2993041" y="2270376"/>
            <a:ext cx="6206400" cy="4587625"/>
          </a:xfrm>
          <a:custGeom>
            <a:avLst/>
            <a:gdLst>
              <a:gd name="connsiteX0" fmla="*/ 3103200 w 6206400"/>
              <a:gd name="connsiteY0" fmla="*/ 0 h 4587625"/>
              <a:gd name="connsiteX1" fmla="*/ 6206400 w 6206400"/>
              <a:gd name="connsiteY1" fmla="*/ 3103200 h 4587625"/>
              <a:gd name="connsiteX2" fmla="*/ 5831861 w 6206400"/>
              <a:gd name="connsiteY2" fmla="*/ 4582370 h 4587625"/>
              <a:gd name="connsiteX3" fmla="*/ 5828668 w 6206400"/>
              <a:gd name="connsiteY3" fmla="*/ 4587625 h 4587625"/>
              <a:gd name="connsiteX4" fmla="*/ 377733 w 6206400"/>
              <a:gd name="connsiteY4" fmla="*/ 4587625 h 4587625"/>
              <a:gd name="connsiteX5" fmla="*/ 374540 w 6206400"/>
              <a:gd name="connsiteY5" fmla="*/ 4582370 h 4587625"/>
              <a:gd name="connsiteX6" fmla="*/ 0 w 6206400"/>
              <a:gd name="connsiteY6" fmla="*/ 3103200 h 4587625"/>
              <a:gd name="connsiteX7" fmla="*/ 3103200 w 6206400"/>
              <a:gd name="connsiteY7" fmla="*/ 0 h 458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206400" h="4587625">
                <a:moveTo>
                  <a:pt x="3103200" y="0"/>
                </a:moveTo>
                <a:cubicBezTo>
                  <a:pt x="4817050" y="0"/>
                  <a:pt x="6206400" y="1389350"/>
                  <a:pt x="6206400" y="3103200"/>
                </a:cubicBezTo>
                <a:cubicBezTo>
                  <a:pt x="6206400" y="3638778"/>
                  <a:pt x="6070721" y="4142667"/>
                  <a:pt x="5831861" y="4582370"/>
                </a:cubicBezTo>
                <a:lnTo>
                  <a:pt x="5828668" y="4587625"/>
                </a:lnTo>
                <a:lnTo>
                  <a:pt x="377733" y="4587625"/>
                </a:lnTo>
                <a:lnTo>
                  <a:pt x="374540" y="4582370"/>
                </a:lnTo>
                <a:cubicBezTo>
                  <a:pt x="135679" y="4142667"/>
                  <a:pt x="0" y="3638778"/>
                  <a:pt x="0" y="3103200"/>
                </a:cubicBezTo>
                <a:cubicBezTo>
                  <a:pt x="0" y="1389350"/>
                  <a:pt x="1389350" y="0"/>
                  <a:pt x="3103200" y="0"/>
                </a:cubicBezTo>
                <a:close/>
              </a:path>
            </a:pathLst>
          </a:custGeom>
          <a:solidFill>
            <a:schemeClr val="bg2"/>
          </a:solidFill>
        </p:spPr>
        <p:txBody>
          <a:bodyPr wrap="square" rtlCol="0" anchor="ctr">
            <a:noAutofit/>
          </a:bodyPr>
          <a:lstStyle>
            <a:lvl1pPr marL="0" indent="0" algn="ctr">
              <a:buNone/>
              <a:defRPr sz="2400"/>
            </a:lvl1pPr>
          </a:lstStyle>
          <a:p>
            <a:pPr rtl="0"/>
            <a:r>
              <a:rPr lang="fr-FR" noProof="0"/>
              <a:t>Cliquez sur l'icône pour ajouter une image</a:t>
            </a:r>
            <a:endParaRPr lang="fr-FR" noProof="0" dirty="0"/>
          </a:p>
        </p:txBody>
      </p:sp>
    </p:spTree>
    <p:extLst>
      <p:ext uri="{BB962C8B-B14F-4D97-AF65-F5344CB8AC3E}">
        <p14:creationId xmlns:p14="http://schemas.microsoft.com/office/powerpoint/2010/main" val="275049557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et contenu avec image">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0FEE9886-36F0-4E06-A3A6-D8F00B0665A1}"/>
              </a:ext>
            </a:extLst>
          </p:cNvPr>
          <p:cNvSpPr>
            <a:spLocks noGrp="1"/>
          </p:cNvSpPr>
          <p:nvPr>
            <p:ph idx="1"/>
          </p:nvPr>
        </p:nvSpPr>
        <p:spPr>
          <a:xfrm>
            <a:off x="538960" y="1825625"/>
            <a:ext cx="4914189" cy="4351338"/>
          </a:xfrm>
        </p:spPr>
        <p:txBody>
          <a:bodyPr lIns="0" tIns="0" rIns="0" bIns="0" rtlCol="0">
            <a:noAutofit/>
          </a:bodyPr>
          <a:lstStyle>
            <a:lvl1pPr>
              <a:defRPr sz="2400"/>
            </a:lvl1pPr>
            <a:lvl2pPr>
              <a:defRPr sz="2000"/>
            </a:lvl2pPr>
            <a:lvl3pPr>
              <a:defRPr sz="1800"/>
            </a:lvl3pPr>
            <a:lvl4pPr>
              <a:defRPr sz="1600"/>
            </a:lvl4pPr>
            <a:lvl5pPr>
              <a:defRPr sz="1600"/>
            </a:lvl5pPr>
          </a:lstStyle>
          <a:p>
            <a:pPr lvl="0" rtl="0"/>
            <a:r>
              <a:rPr lang="fr-FR" noProof="0"/>
              <a:t>Cliquez pour modifier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endParaRPr lang="fr-FR" noProof="0" dirty="0"/>
          </a:p>
        </p:txBody>
      </p:sp>
      <p:sp>
        <p:nvSpPr>
          <p:cNvPr id="7" name="Rectangle 6">
            <a:extLst>
              <a:ext uri="{FF2B5EF4-FFF2-40B4-BE49-F238E27FC236}">
                <a16:creationId xmlns:a16="http://schemas.microsoft.com/office/drawing/2014/main" id="{76627016-BFC4-46D4-89DB-F72E3C3461EC}"/>
              </a:ext>
            </a:extLst>
          </p:cNvPr>
          <p:cNvSpPr/>
          <p:nvPr userDrawn="1"/>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solidFill>
                <a:schemeClr val="bg1"/>
              </a:solidFill>
            </a:endParaRPr>
          </a:p>
        </p:txBody>
      </p:sp>
      <p:pic>
        <p:nvPicPr>
          <p:cNvPr id="8" name="Image 7">
            <a:extLst>
              <a:ext uri="{FF2B5EF4-FFF2-40B4-BE49-F238E27FC236}">
                <a16:creationId xmlns:a16="http://schemas.microsoft.com/office/drawing/2014/main" id="{676C557E-B5A7-4416-BCC0-5743550BF152}"/>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grpSp>
        <p:nvGrpSpPr>
          <p:cNvPr id="10" name="Groupe 9">
            <a:extLst>
              <a:ext uri="{FF2B5EF4-FFF2-40B4-BE49-F238E27FC236}">
                <a16:creationId xmlns:a16="http://schemas.microsoft.com/office/drawing/2014/main" id="{42E17FB3-B5C4-4B3A-A57B-C6493A9D0C66}"/>
              </a:ext>
            </a:extLst>
          </p:cNvPr>
          <p:cNvGrpSpPr/>
          <p:nvPr userDrawn="1"/>
        </p:nvGrpSpPr>
        <p:grpSpPr>
          <a:xfrm rot="8650774">
            <a:off x="5037655" y="4336093"/>
            <a:ext cx="1905000" cy="2354263"/>
            <a:chOff x="11114088" y="2241550"/>
            <a:chExt cx="1905000" cy="2354263"/>
          </a:xfrm>
          <a:solidFill>
            <a:schemeClr val="bg2"/>
          </a:solidFill>
        </p:grpSpPr>
        <p:sp>
          <p:nvSpPr>
            <p:cNvPr id="11" name="Forme libre 5">
              <a:extLst>
                <a:ext uri="{FF2B5EF4-FFF2-40B4-BE49-F238E27FC236}">
                  <a16:creationId xmlns:a16="http://schemas.microsoft.com/office/drawing/2014/main" id="{DCA6C454-F761-4265-BB5E-DFD947CC3592}"/>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fr-FR" noProof="0" dirty="0"/>
            </a:p>
          </p:txBody>
        </p:sp>
        <p:sp>
          <p:nvSpPr>
            <p:cNvPr id="12" name="Forme libre 6">
              <a:extLst>
                <a:ext uri="{FF2B5EF4-FFF2-40B4-BE49-F238E27FC236}">
                  <a16:creationId xmlns:a16="http://schemas.microsoft.com/office/drawing/2014/main" id="{6B853B2F-9E1C-4AC4-9344-8610498D5B52}"/>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fr-FR" noProof="0" dirty="0"/>
            </a:p>
          </p:txBody>
        </p:sp>
        <p:sp>
          <p:nvSpPr>
            <p:cNvPr id="13" name="Forme libre 7">
              <a:extLst>
                <a:ext uri="{FF2B5EF4-FFF2-40B4-BE49-F238E27FC236}">
                  <a16:creationId xmlns:a16="http://schemas.microsoft.com/office/drawing/2014/main" id="{B7FCC84B-2235-4948-8277-8363DFC691A4}"/>
                </a:ext>
              </a:extLst>
            </p:cNvPr>
            <p:cNvSpPr>
              <a:spLocks/>
            </p:cNvSpPr>
            <p:nvPr/>
          </p:nvSpPr>
          <p:spPr bwMode="auto">
            <a:xfrm>
              <a:off x="11728451" y="3071813"/>
              <a:ext cx="306388" cy="719138"/>
            </a:xfrm>
            <a:custGeom>
              <a:avLst/>
              <a:gdLst>
                <a:gd name="T0" fmla="*/ 0 w 72"/>
                <a:gd name="T1" fmla="*/ 84 h 169"/>
                <a:gd name="T2" fmla="*/ 20 w 72"/>
                <a:gd name="T3" fmla="*/ 20 h 169"/>
                <a:gd name="T4" fmla="*/ 42 w 72"/>
                <a:gd name="T5" fmla="*/ 9 h 169"/>
                <a:gd name="T6" fmla="*/ 62 w 72"/>
                <a:gd name="T7" fmla="*/ 44 h 169"/>
                <a:gd name="T8" fmla="*/ 62 w 72"/>
                <a:gd name="T9" fmla="*/ 125 h 169"/>
                <a:gd name="T10" fmla="*/ 43 w 72"/>
                <a:gd name="T11" fmla="*/ 159 h 169"/>
                <a:gd name="T12" fmla="*/ 20 w 72"/>
                <a:gd name="T13" fmla="*/ 148 h 169"/>
                <a:gd name="T14" fmla="*/ 0 w 72"/>
                <a:gd name="T15" fmla="*/ 8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169">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fr-FR" noProof="0" dirty="0"/>
            </a:p>
          </p:txBody>
        </p:sp>
      </p:grpSp>
      <p:sp>
        <p:nvSpPr>
          <p:cNvPr id="15" name="Ovale 14">
            <a:extLst>
              <a:ext uri="{FF2B5EF4-FFF2-40B4-BE49-F238E27FC236}">
                <a16:creationId xmlns:a16="http://schemas.microsoft.com/office/drawing/2014/main" id="{EF515B4A-CB20-4847-8E00-0DD66F1FEBB4}"/>
              </a:ext>
            </a:extLst>
          </p:cNvPr>
          <p:cNvSpPr/>
          <p:nvPr userDrawn="1"/>
        </p:nvSpPr>
        <p:spPr>
          <a:xfrm>
            <a:off x="11371669" y="6409397"/>
            <a:ext cx="280051"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
        <p:nvSpPr>
          <p:cNvPr id="16" name="Espace réservé du numéro de diapositive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6" y="6455739"/>
            <a:ext cx="294460" cy="187367"/>
          </a:xfrm>
        </p:spPr>
        <p:txBody>
          <a:bodyPr lIns="0" tIns="0" rIns="0" bIns="0" rtlCol="0"/>
          <a:lstStyle>
            <a:lvl1pPr algn="ctr">
              <a:defRPr sz="900">
                <a:solidFill>
                  <a:schemeClr val="bg1"/>
                </a:solidFill>
                <a:latin typeface="+mn-lt"/>
              </a:defRPr>
            </a:lvl1pPr>
          </a:lstStyle>
          <a:p>
            <a:pPr rtl="0"/>
            <a:fld id="{9EC71654-96A5-4280-94F3-931C61A9F92C}" type="slidenum">
              <a:rPr lang="fr-FR" noProof="0" smtClean="0"/>
              <a:pPr rtl="0"/>
              <a:t>‹N°›</a:t>
            </a:fld>
            <a:endParaRPr lang="fr-FR" noProof="0" dirty="0"/>
          </a:p>
        </p:txBody>
      </p:sp>
      <p:sp>
        <p:nvSpPr>
          <p:cNvPr id="23" name="Espace réservé d’image 22">
            <a:extLst>
              <a:ext uri="{FF2B5EF4-FFF2-40B4-BE49-F238E27FC236}">
                <a16:creationId xmlns:a16="http://schemas.microsoft.com/office/drawing/2014/main" id="{26619E66-5354-4D60-8529-27917AC037C0}"/>
              </a:ext>
            </a:extLst>
          </p:cNvPr>
          <p:cNvSpPr>
            <a:spLocks noGrp="1"/>
          </p:cNvSpPr>
          <p:nvPr>
            <p:ph type="pic" sz="quarter" idx="13"/>
          </p:nvPr>
        </p:nvSpPr>
        <p:spPr>
          <a:xfrm>
            <a:off x="5884648" y="0"/>
            <a:ext cx="6307353" cy="5780372"/>
          </a:xfrm>
          <a:custGeom>
            <a:avLst/>
            <a:gdLst>
              <a:gd name="connsiteX0" fmla="*/ 760444 w 6307353"/>
              <a:gd name="connsiteY0" fmla="*/ 0 h 5780372"/>
              <a:gd name="connsiteX1" fmla="*/ 6307353 w 6307353"/>
              <a:gd name="connsiteY1" fmla="*/ 0 h 5780372"/>
              <a:gd name="connsiteX2" fmla="*/ 6307353 w 6307353"/>
              <a:gd name="connsiteY2" fmla="*/ 4515612 h 5780372"/>
              <a:gd name="connsiteX3" fmla="*/ 6110746 w 6307353"/>
              <a:gd name="connsiteY3" fmla="*/ 4731934 h 5780372"/>
              <a:gd name="connsiteX4" fmla="*/ 3579592 w 6307353"/>
              <a:gd name="connsiteY4" fmla="*/ 5780372 h 5780372"/>
              <a:gd name="connsiteX5" fmla="*/ 0 w 6307353"/>
              <a:gd name="connsiteY5" fmla="*/ 2200780 h 5780372"/>
              <a:gd name="connsiteX6" fmla="*/ 611338 w 6307353"/>
              <a:gd name="connsiteY6" fmla="*/ 199396 h 5780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07353" h="5780372">
                <a:moveTo>
                  <a:pt x="760444" y="0"/>
                </a:moveTo>
                <a:lnTo>
                  <a:pt x="6307353" y="0"/>
                </a:lnTo>
                <a:lnTo>
                  <a:pt x="6307353" y="4515612"/>
                </a:lnTo>
                <a:lnTo>
                  <a:pt x="6110746" y="4731934"/>
                </a:lnTo>
                <a:cubicBezTo>
                  <a:pt x="5462967" y="5379713"/>
                  <a:pt x="4568069" y="5780372"/>
                  <a:pt x="3579592" y="5780372"/>
                </a:cubicBezTo>
                <a:cubicBezTo>
                  <a:pt x="1602638" y="5780372"/>
                  <a:pt x="0" y="4177734"/>
                  <a:pt x="0" y="2200780"/>
                </a:cubicBezTo>
                <a:cubicBezTo>
                  <a:pt x="0" y="1459422"/>
                  <a:pt x="225371" y="770703"/>
                  <a:pt x="611338" y="199396"/>
                </a:cubicBezTo>
                <a:close/>
              </a:path>
            </a:pathLst>
          </a:custGeom>
          <a:solidFill>
            <a:schemeClr val="bg2"/>
          </a:solidFill>
        </p:spPr>
        <p:txBody>
          <a:bodyPr wrap="square" rtlCol="0" anchor="ctr">
            <a:noAutofit/>
          </a:bodyPr>
          <a:lstStyle>
            <a:lvl1pPr marL="0" indent="0" algn="ctr">
              <a:buNone/>
              <a:defRPr/>
            </a:lvl1pPr>
          </a:lstStyle>
          <a:p>
            <a:pPr rtl="0"/>
            <a:r>
              <a:rPr lang="fr-FR" noProof="0"/>
              <a:t>Cliquez sur l'icône pour ajouter une image</a:t>
            </a:r>
            <a:endParaRPr lang="fr-FR" noProof="0" dirty="0"/>
          </a:p>
        </p:txBody>
      </p:sp>
      <p:sp>
        <p:nvSpPr>
          <p:cNvPr id="14" name="Titre 1">
            <a:extLst>
              <a:ext uri="{FF2B5EF4-FFF2-40B4-BE49-F238E27FC236}">
                <a16:creationId xmlns:a16="http://schemas.microsoft.com/office/drawing/2014/main" id="{2E646B4F-6CCB-724C-9D5E-6D5770023939}"/>
              </a:ext>
            </a:extLst>
          </p:cNvPr>
          <p:cNvSpPr>
            <a:spLocks noGrp="1"/>
          </p:cNvSpPr>
          <p:nvPr>
            <p:ph type="title"/>
          </p:nvPr>
        </p:nvSpPr>
        <p:spPr>
          <a:xfrm>
            <a:off x="515938" y="499595"/>
            <a:ext cx="4937211" cy="1325563"/>
          </a:xfrm>
        </p:spPr>
        <p:txBody>
          <a:bodyPr lIns="0" tIns="0" rIns="0" bIns="0" rtlCol="0">
            <a:noAutofit/>
          </a:bodyPr>
          <a:lstStyle>
            <a:lvl1pPr>
              <a:defRPr sz="3200" b="1" cap="all" baseline="0"/>
            </a:lvl1pPr>
          </a:lstStyle>
          <a:p>
            <a:pPr rtl="0"/>
            <a:r>
              <a:rPr lang="fr-FR" noProof="0"/>
              <a:t>Modifiez le style du titre</a:t>
            </a:r>
            <a:endParaRPr lang="fr-FR" noProof="0" dirty="0"/>
          </a:p>
        </p:txBody>
      </p:sp>
    </p:spTree>
    <p:extLst>
      <p:ext uri="{BB962C8B-B14F-4D97-AF65-F5344CB8AC3E}">
        <p14:creationId xmlns:p14="http://schemas.microsoft.com/office/powerpoint/2010/main" val="16962084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 et contenu 02">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2970CD0-696D-4313-96BA-4AA72C813BD0}"/>
              </a:ext>
            </a:extLst>
          </p:cNvPr>
          <p:cNvSpPr>
            <a:spLocks noGrp="1"/>
          </p:cNvSpPr>
          <p:nvPr>
            <p:ph type="title"/>
          </p:nvPr>
        </p:nvSpPr>
        <p:spPr>
          <a:xfrm>
            <a:off x="515938" y="499595"/>
            <a:ext cx="4937211" cy="1325563"/>
          </a:xfrm>
        </p:spPr>
        <p:txBody>
          <a:bodyPr lIns="0" tIns="0" rIns="0" bIns="0" rtlCol="0">
            <a:noAutofit/>
          </a:bodyPr>
          <a:lstStyle>
            <a:lvl1pPr>
              <a:defRPr sz="3200" b="1" cap="all" baseline="0"/>
            </a:lvl1pPr>
          </a:lstStyle>
          <a:p>
            <a:pPr rtl="0"/>
            <a:r>
              <a:rPr lang="fr-FR" noProof="0"/>
              <a:t>Modifiez le style du titre</a:t>
            </a:r>
            <a:endParaRPr lang="fr-FR" noProof="0" dirty="0"/>
          </a:p>
        </p:txBody>
      </p:sp>
      <p:sp>
        <p:nvSpPr>
          <p:cNvPr id="3" name="Espace réservé au contenu 2">
            <a:extLst>
              <a:ext uri="{FF2B5EF4-FFF2-40B4-BE49-F238E27FC236}">
                <a16:creationId xmlns:a16="http://schemas.microsoft.com/office/drawing/2014/main" id="{0FEE9886-36F0-4E06-A3A6-D8F00B0665A1}"/>
              </a:ext>
            </a:extLst>
          </p:cNvPr>
          <p:cNvSpPr>
            <a:spLocks noGrp="1"/>
          </p:cNvSpPr>
          <p:nvPr>
            <p:ph idx="1"/>
          </p:nvPr>
        </p:nvSpPr>
        <p:spPr>
          <a:xfrm>
            <a:off x="538960" y="1825625"/>
            <a:ext cx="4914189" cy="4351338"/>
          </a:xfrm>
        </p:spPr>
        <p:txBody>
          <a:bodyPr lIns="0" tIns="0" rIns="0" bIns="0" rtlCol="0">
            <a:noAutofit/>
          </a:bodyPr>
          <a:lstStyle>
            <a:lvl1pPr>
              <a:defRPr sz="2400"/>
            </a:lvl1pPr>
            <a:lvl2pPr>
              <a:defRPr sz="2000"/>
            </a:lvl2pPr>
            <a:lvl3pPr>
              <a:defRPr sz="1800"/>
            </a:lvl3pPr>
            <a:lvl4pPr>
              <a:defRPr sz="1600"/>
            </a:lvl4pPr>
            <a:lvl5pPr>
              <a:defRPr sz="1600"/>
            </a:lvl5pPr>
          </a:lstStyle>
          <a:p>
            <a:pPr lvl="0" rtl="0"/>
            <a:r>
              <a:rPr lang="fr-FR" noProof="0"/>
              <a:t>Cliquez pour modifier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endParaRPr lang="fr-FR" noProof="0" dirty="0"/>
          </a:p>
        </p:txBody>
      </p:sp>
      <p:sp>
        <p:nvSpPr>
          <p:cNvPr id="7" name="Rectangle 6">
            <a:extLst>
              <a:ext uri="{FF2B5EF4-FFF2-40B4-BE49-F238E27FC236}">
                <a16:creationId xmlns:a16="http://schemas.microsoft.com/office/drawing/2014/main" id="{76627016-BFC4-46D4-89DB-F72E3C3461EC}"/>
              </a:ext>
            </a:extLst>
          </p:cNvPr>
          <p:cNvSpPr/>
          <p:nvPr userDrawn="1"/>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solidFill>
                <a:schemeClr val="bg1"/>
              </a:solidFill>
            </a:endParaRPr>
          </a:p>
        </p:txBody>
      </p:sp>
      <p:pic>
        <p:nvPicPr>
          <p:cNvPr id="8" name="Image 7">
            <a:extLst>
              <a:ext uri="{FF2B5EF4-FFF2-40B4-BE49-F238E27FC236}">
                <a16:creationId xmlns:a16="http://schemas.microsoft.com/office/drawing/2014/main" id="{676C557E-B5A7-4416-BCC0-5743550BF152}"/>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sp>
        <p:nvSpPr>
          <p:cNvPr id="15" name="Ovale 14">
            <a:extLst>
              <a:ext uri="{FF2B5EF4-FFF2-40B4-BE49-F238E27FC236}">
                <a16:creationId xmlns:a16="http://schemas.microsoft.com/office/drawing/2014/main" id="{EF515B4A-CB20-4847-8E00-0DD66F1FEBB4}"/>
              </a:ext>
            </a:extLst>
          </p:cNvPr>
          <p:cNvSpPr/>
          <p:nvPr userDrawn="1"/>
        </p:nvSpPr>
        <p:spPr>
          <a:xfrm>
            <a:off x="11371669" y="6409397"/>
            <a:ext cx="280051"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
        <p:nvSpPr>
          <p:cNvPr id="16" name="Espace réservé du numéro de diapositive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6" y="6455739"/>
            <a:ext cx="294460" cy="187367"/>
          </a:xfrm>
        </p:spPr>
        <p:txBody>
          <a:bodyPr lIns="0" tIns="0" rIns="0" bIns="0" rtlCol="0"/>
          <a:lstStyle>
            <a:lvl1pPr algn="ctr">
              <a:defRPr sz="900">
                <a:solidFill>
                  <a:schemeClr val="bg1"/>
                </a:solidFill>
                <a:latin typeface="+mn-lt"/>
              </a:defRPr>
            </a:lvl1pPr>
          </a:lstStyle>
          <a:p>
            <a:pPr rtl="0"/>
            <a:fld id="{9EC71654-96A5-4280-94F3-931C61A9F92C}" type="slidenum">
              <a:rPr lang="fr-FR" noProof="0" smtClean="0"/>
              <a:pPr rtl="0"/>
              <a:t>‹N°›</a:t>
            </a:fld>
            <a:endParaRPr lang="fr-FR" noProof="0" dirty="0"/>
          </a:p>
        </p:txBody>
      </p:sp>
      <p:sp>
        <p:nvSpPr>
          <p:cNvPr id="14" name="Rectangle 13">
            <a:extLst>
              <a:ext uri="{FF2B5EF4-FFF2-40B4-BE49-F238E27FC236}">
                <a16:creationId xmlns:a16="http://schemas.microsoft.com/office/drawing/2014/main" id="{9D415693-E2CB-4DB4-B07C-2F96B0CAB302}"/>
              </a:ext>
            </a:extLst>
          </p:cNvPr>
          <p:cNvSpPr/>
          <p:nvPr userDrawn="1"/>
        </p:nvSpPr>
        <p:spPr>
          <a:xfrm>
            <a:off x="7854462" y="988536"/>
            <a:ext cx="4329129" cy="4880927"/>
          </a:xfrm>
          <a:prstGeom prst="rect">
            <a:avLst/>
          </a:prstGeom>
          <a:solidFill>
            <a:schemeClr val="accent1"/>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
        <p:nvSpPr>
          <p:cNvPr id="4" name="Ovale 3">
            <a:extLst>
              <a:ext uri="{FF2B5EF4-FFF2-40B4-BE49-F238E27FC236}">
                <a16:creationId xmlns:a16="http://schemas.microsoft.com/office/drawing/2014/main" id="{14C1BF67-E354-4E04-8F94-BABF2B7D1AFB}"/>
              </a:ext>
            </a:extLst>
          </p:cNvPr>
          <p:cNvSpPr/>
          <p:nvPr userDrawn="1"/>
        </p:nvSpPr>
        <p:spPr>
          <a:xfrm>
            <a:off x="5107816" y="633613"/>
            <a:ext cx="5571908" cy="5571906"/>
          </a:xfrm>
          <a:prstGeom prst="ellipse">
            <a:avLst/>
          </a:prstGeom>
          <a:solidFill>
            <a:schemeClr val="bg2">
              <a:alpha val="5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
        <p:nvSpPr>
          <p:cNvPr id="18" name="Espace réservé d’image 5">
            <a:extLst>
              <a:ext uri="{FF2B5EF4-FFF2-40B4-BE49-F238E27FC236}">
                <a16:creationId xmlns:a16="http://schemas.microsoft.com/office/drawing/2014/main" id="{FF6AC390-6F85-4B64-AE7A-E8E0D8FC89CF}"/>
              </a:ext>
            </a:extLst>
          </p:cNvPr>
          <p:cNvSpPr>
            <a:spLocks noGrp="1"/>
          </p:cNvSpPr>
          <p:nvPr>
            <p:ph type="pic" sz="quarter" idx="13"/>
          </p:nvPr>
        </p:nvSpPr>
        <p:spPr>
          <a:xfrm>
            <a:off x="5455212" y="988536"/>
            <a:ext cx="4884848" cy="4884848"/>
          </a:xfrm>
          <a:prstGeom prst="ellipse">
            <a:avLst/>
          </a:prstGeom>
          <a:solidFill>
            <a:schemeClr val="bg1">
              <a:lumMod val="85000"/>
            </a:schemeClr>
          </a:solidFill>
        </p:spPr>
        <p:txBody>
          <a:bodyPr rtlCol="0" anchor="ctr"/>
          <a:lstStyle>
            <a:lvl1pPr marL="0" indent="0" algn="ctr">
              <a:buNone/>
              <a:defRPr/>
            </a:lvl1pPr>
          </a:lstStyle>
          <a:p>
            <a:pPr rtl="0"/>
            <a:r>
              <a:rPr lang="fr-FR" noProof="0"/>
              <a:t>Cliquez sur l'icône pour ajouter une image</a:t>
            </a:r>
            <a:endParaRPr lang="fr-FR" noProof="0" dirty="0"/>
          </a:p>
        </p:txBody>
      </p:sp>
    </p:spTree>
    <p:extLst>
      <p:ext uri="{BB962C8B-B14F-4D97-AF65-F5344CB8AC3E}">
        <p14:creationId xmlns:p14="http://schemas.microsoft.com/office/powerpoint/2010/main" val="19699861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re et contenu 03">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12E4E194-63F1-4D43-AC02-75733DF045E9}"/>
              </a:ext>
            </a:extLst>
          </p:cNvPr>
          <p:cNvSpPr/>
          <p:nvPr userDrawn="1"/>
        </p:nvSpPr>
        <p:spPr>
          <a:xfrm>
            <a:off x="8308181" y="1630018"/>
            <a:ext cx="3883819" cy="437321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
        <p:nvSpPr>
          <p:cNvPr id="22" name="Ovale 21">
            <a:extLst>
              <a:ext uri="{FF2B5EF4-FFF2-40B4-BE49-F238E27FC236}">
                <a16:creationId xmlns:a16="http://schemas.microsoft.com/office/drawing/2014/main" id="{E799E3E2-888B-2343-9A63-F84C03265CB5}"/>
              </a:ext>
            </a:extLst>
          </p:cNvPr>
          <p:cNvSpPr>
            <a:spLocks noChangeAspect="1"/>
          </p:cNvSpPr>
          <p:nvPr userDrawn="1"/>
        </p:nvSpPr>
        <p:spPr>
          <a:xfrm>
            <a:off x="9833702" y="1823757"/>
            <a:ext cx="832104" cy="832104"/>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
        <p:nvSpPr>
          <p:cNvPr id="23" name="Espace réservé d’image 11">
            <a:extLst>
              <a:ext uri="{FF2B5EF4-FFF2-40B4-BE49-F238E27FC236}">
                <a16:creationId xmlns:a16="http://schemas.microsoft.com/office/drawing/2014/main" id="{8FEDE8EF-5B7A-A741-9A56-D365CAE01B62}"/>
              </a:ext>
            </a:extLst>
          </p:cNvPr>
          <p:cNvSpPr>
            <a:spLocks noGrp="1"/>
          </p:cNvSpPr>
          <p:nvPr>
            <p:ph type="pic" sz="quarter" idx="19" hasCustomPrompt="1"/>
          </p:nvPr>
        </p:nvSpPr>
        <p:spPr>
          <a:xfrm>
            <a:off x="9998318" y="1988373"/>
            <a:ext cx="502873" cy="502873"/>
          </a:xfrm>
          <a:prstGeom prst="rect">
            <a:avLst/>
          </a:prstGeom>
          <a:noFill/>
        </p:spPr>
        <p:txBody>
          <a:bodyPr lIns="0" rIns="0" rtlCol="0" anchor="ctr">
            <a:noAutofit/>
          </a:bodyPr>
          <a:lstStyle>
            <a:lvl1pPr marL="0" indent="0" algn="ctr">
              <a:buNone/>
              <a:defRPr sz="1100">
                <a:solidFill>
                  <a:schemeClr val="bg1"/>
                </a:solidFill>
              </a:defRPr>
            </a:lvl1pPr>
          </a:lstStyle>
          <a:p>
            <a:pPr rtl="0"/>
            <a:r>
              <a:rPr lang="fr-FR" noProof="0" dirty="0"/>
              <a:t>icône</a:t>
            </a:r>
          </a:p>
        </p:txBody>
      </p:sp>
      <p:sp>
        <p:nvSpPr>
          <p:cNvPr id="9" name="Rectangle 8">
            <a:extLst>
              <a:ext uri="{FF2B5EF4-FFF2-40B4-BE49-F238E27FC236}">
                <a16:creationId xmlns:a16="http://schemas.microsoft.com/office/drawing/2014/main" id="{3755C1FB-E61C-4BBC-8179-D34908DEA1B6}"/>
              </a:ext>
            </a:extLst>
          </p:cNvPr>
          <p:cNvSpPr/>
          <p:nvPr userDrawn="1"/>
        </p:nvSpPr>
        <p:spPr>
          <a:xfrm>
            <a:off x="0" y="1630018"/>
            <a:ext cx="3883819" cy="437321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
        <p:nvSpPr>
          <p:cNvPr id="4" name="Ovale 3">
            <a:extLst>
              <a:ext uri="{FF2B5EF4-FFF2-40B4-BE49-F238E27FC236}">
                <a16:creationId xmlns:a16="http://schemas.microsoft.com/office/drawing/2014/main" id="{8C1E0992-271E-4948-9461-C7AA54AF8FEA}"/>
              </a:ext>
            </a:extLst>
          </p:cNvPr>
          <p:cNvSpPr>
            <a:spLocks noChangeAspect="1"/>
          </p:cNvSpPr>
          <p:nvPr userDrawn="1"/>
        </p:nvSpPr>
        <p:spPr>
          <a:xfrm>
            <a:off x="1526011" y="1823757"/>
            <a:ext cx="832104" cy="832104"/>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
        <p:nvSpPr>
          <p:cNvPr id="2" name="Titre 1">
            <a:extLst>
              <a:ext uri="{FF2B5EF4-FFF2-40B4-BE49-F238E27FC236}">
                <a16:creationId xmlns:a16="http://schemas.microsoft.com/office/drawing/2014/main" id="{32970CD0-696D-4313-96BA-4AA72C813BD0}"/>
              </a:ext>
            </a:extLst>
          </p:cNvPr>
          <p:cNvSpPr>
            <a:spLocks noGrp="1"/>
          </p:cNvSpPr>
          <p:nvPr>
            <p:ph type="title"/>
          </p:nvPr>
        </p:nvSpPr>
        <p:spPr>
          <a:xfrm>
            <a:off x="515938" y="246621"/>
            <a:ext cx="11150600" cy="920336"/>
          </a:xfrm>
        </p:spPr>
        <p:txBody>
          <a:bodyPr lIns="0" tIns="0" rIns="0" bIns="0" rtlCol="0" anchor="b">
            <a:noAutofit/>
          </a:bodyPr>
          <a:lstStyle>
            <a:lvl1pPr>
              <a:defRPr sz="3200" b="1" cap="all" baseline="0"/>
            </a:lvl1pPr>
          </a:lstStyle>
          <a:p>
            <a:pPr rtl="0"/>
            <a:r>
              <a:rPr lang="fr-FR" noProof="0"/>
              <a:t>Modifiez le style du titre</a:t>
            </a:r>
            <a:endParaRPr lang="fr-FR" noProof="0" dirty="0"/>
          </a:p>
        </p:txBody>
      </p:sp>
      <p:sp>
        <p:nvSpPr>
          <p:cNvPr id="3" name="Espace réservé du contenu 2">
            <a:extLst>
              <a:ext uri="{FF2B5EF4-FFF2-40B4-BE49-F238E27FC236}">
                <a16:creationId xmlns:a16="http://schemas.microsoft.com/office/drawing/2014/main" id="{0FEE9886-36F0-4E06-A3A6-D8F00B0665A1}"/>
              </a:ext>
            </a:extLst>
          </p:cNvPr>
          <p:cNvSpPr>
            <a:spLocks noGrp="1"/>
          </p:cNvSpPr>
          <p:nvPr>
            <p:ph idx="1"/>
          </p:nvPr>
        </p:nvSpPr>
        <p:spPr>
          <a:xfrm>
            <a:off x="219126" y="3207024"/>
            <a:ext cx="3445566" cy="2504663"/>
          </a:xfrm>
        </p:spPr>
        <p:txBody>
          <a:bodyPr lIns="0" tIns="0" rIns="0" bIns="0" rtlCol="0">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rtl="0"/>
            <a:r>
              <a:rPr lang="fr-FR" noProof="0"/>
              <a:t>Cliquez pour modifier les styles du texte du masque</a:t>
            </a:r>
          </a:p>
        </p:txBody>
      </p:sp>
      <p:sp>
        <p:nvSpPr>
          <p:cNvPr id="7" name="Rectangle 6">
            <a:extLst>
              <a:ext uri="{FF2B5EF4-FFF2-40B4-BE49-F238E27FC236}">
                <a16:creationId xmlns:a16="http://schemas.microsoft.com/office/drawing/2014/main" id="{76627016-BFC4-46D4-89DB-F72E3C3461EC}"/>
              </a:ext>
            </a:extLst>
          </p:cNvPr>
          <p:cNvSpPr/>
          <p:nvPr userDrawn="1"/>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solidFill>
                <a:schemeClr val="bg1"/>
              </a:solidFill>
            </a:endParaRPr>
          </a:p>
        </p:txBody>
      </p:sp>
      <p:pic>
        <p:nvPicPr>
          <p:cNvPr id="8" name="Image 7">
            <a:extLst>
              <a:ext uri="{FF2B5EF4-FFF2-40B4-BE49-F238E27FC236}">
                <a16:creationId xmlns:a16="http://schemas.microsoft.com/office/drawing/2014/main" id="{676C557E-B5A7-4416-BCC0-5743550BF152}"/>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sp>
        <p:nvSpPr>
          <p:cNvPr id="15" name="Ovale 14">
            <a:extLst>
              <a:ext uri="{FF2B5EF4-FFF2-40B4-BE49-F238E27FC236}">
                <a16:creationId xmlns:a16="http://schemas.microsoft.com/office/drawing/2014/main" id="{EF515B4A-CB20-4847-8E00-0DD66F1FEBB4}"/>
              </a:ext>
            </a:extLst>
          </p:cNvPr>
          <p:cNvSpPr/>
          <p:nvPr userDrawn="1"/>
        </p:nvSpPr>
        <p:spPr>
          <a:xfrm>
            <a:off x="11371669" y="6409397"/>
            <a:ext cx="280051"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
        <p:nvSpPr>
          <p:cNvPr id="16" name="Espace réservé du numéro de diapositive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6" y="6455739"/>
            <a:ext cx="294460" cy="187367"/>
          </a:xfrm>
        </p:spPr>
        <p:txBody>
          <a:bodyPr lIns="0" tIns="0" rIns="0" bIns="0" rtlCol="0"/>
          <a:lstStyle>
            <a:lvl1pPr algn="ctr">
              <a:defRPr sz="900">
                <a:solidFill>
                  <a:schemeClr val="bg1"/>
                </a:solidFill>
                <a:latin typeface="+mn-lt"/>
              </a:defRPr>
            </a:lvl1pPr>
          </a:lstStyle>
          <a:p>
            <a:pPr rtl="0"/>
            <a:fld id="{9EC71654-96A5-4280-94F3-931C61A9F92C}" type="slidenum">
              <a:rPr lang="fr-FR" noProof="0" smtClean="0"/>
              <a:pPr rtl="0"/>
              <a:t>‹N°›</a:t>
            </a:fld>
            <a:endParaRPr lang="fr-FR" noProof="0" dirty="0"/>
          </a:p>
        </p:txBody>
      </p:sp>
      <p:sp>
        <p:nvSpPr>
          <p:cNvPr id="6" name="Espace réservé d’image 5">
            <a:extLst>
              <a:ext uri="{FF2B5EF4-FFF2-40B4-BE49-F238E27FC236}">
                <a16:creationId xmlns:a16="http://schemas.microsoft.com/office/drawing/2014/main" id="{35B71D50-AA4B-4E0C-8F6A-0F64F2C8A8C7}"/>
              </a:ext>
            </a:extLst>
          </p:cNvPr>
          <p:cNvSpPr>
            <a:spLocks noGrp="1"/>
          </p:cNvSpPr>
          <p:nvPr>
            <p:ph type="pic" sz="quarter" idx="13"/>
          </p:nvPr>
        </p:nvSpPr>
        <p:spPr>
          <a:xfrm>
            <a:off x="3883819" y="1630018"/>
            <a:ext cx="4424362" cy="4373217"/>
          </a:xfrm>
          <a:solidFill>
            <a:schemeClr val="bg2">
              <a:lumMod val="90000"/>
            </a:schemeClr>
          </a:solidFill>
        </p:spPr>
        <p:txBody>
          <a:bodyPr rtlCol="0" anchor="ctr"/>
          <a:lstStyle>
            <a:lvl1pPr marL="0" indent="0" algn="ctr">
              <a:buNone/>
              <a:defRPr/>
            </a:lvl1pPr>
          </a:lstStyle>
          <a:p>
            <a:pPr rtl="0"/>
            <a:r>
              <a:rPr lang="fr-FR" noProof="0"/>
              <a:t>Cliquez sur l'icône pour ajouter une image</a:t>
            </a:r>
            <a:endParaRPr lang="fr-FR" noProof="0" dirty="0"/>
          </a:p>
        </p:txBody>
      </p:sp>
      <p:sp>
        <p:nvSpPr>
          <p:cNvPr id="17" name="Espace réservé du contenu 2">
            <a:extLst>
              <a:ext uri="{FF2B5EF4-FFF2-40B4-BE49-F238E27FC236}">
                <a16:creationId xmlns:a16="http://schemas.microsoft.com/office/drawing/2014/main" id="{147C9C38-5B17-467D-B581-EF28ECB11E80}"/>
              </a:ext>
            </a:extLst>
          </p:cNvPr>
          <p:cNvSpPr>
            <a:spLocks noGrp="1"/>
          </p:cNvSpPr>
          <p:nvPr>
            <p:ph idx="14"/>
          </p:nvPr>
        </p:nvSpPr>
        <p:spPr>
          <a:xfrm>
            <a:off x="8527490" y="3207024"/>
            <a:ext cx="3445200" cy="2504663"/>
          </a:xfrm>
        </p:spPr>
        <p:txBody>
          <a:bodyPr lIns="0" tIns="0" rIns="0" bIns="0" rtlCol="0">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rtl="0"/>
            <a:r>
              <a:rPr lang="fr-FR" noProof="0"/>
              <a:t>Cliquez pour modifier les styles du texte du masque</a:t>
            </a:r>
          </a:p>
        </p:txBody>
      </p:sp>
      <p:sp>
        <p:nvSpPr>
          <p:cNvPr id="20" name="Espace réservé du contenu 2">
            <a:extLst>
              <a:ext uri="{FF2B5EF4-FFF2-40B4-BE49-F238E27FC236}">
                <a16:creationId xmlns:a16="http://schemas.microsoft.com/office/drawing/2014/main" id="{FEB88DD7-AEB5-4718-AF2D-28B5B91ED715}"/>
              </a:ext>
            </a:extLst>
          </p:cNvPr>
          <p:cNvSpPr>
            <a:spLocks noGrp="1"/>
          </p:cNvSpPr>
          <p:nvPr>
            <p:ph idx="15"/>
          </p:nvPr>
        </p:nvSpPr>
        <p:spPr>
          <a:xfrm>
            <a:off x="219126" y="2711636"/>
            <a:ext cx="3445566" cy="495389"/>
          </a:xfrm>
        </p:spPr>
        <p:txBody>
          <a:bodyPr lIns="0" tIns="0" rIns="0" bIns="0" rtlCol="0" anchor="ctr">
            <a:noAutofit/>
          </a:bodyPr>
          <a:lstStyle>
            <a:lvl1pPr marL="0" indent="0" algn="ctr">
              <a:buNone/>
              <a:defRPr sz="1800" b="1" cap="all" baseline="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rtl="0"/>
            <a:r>
              <a:rPr lang="fr-FR" noProof="0"/>
              <a:t>Cliquez pour modifier les styles du texte du masque</a:t>
            </a:r>
          </a:p>
        </p:txBody>
      </p:sp>
      <p:sp>
        <p:nvSpPr>
          <p:cNvPr id="21" name="Espace réservé du contenu 2">
            <a:extLst>
              <a:ext uri="{FF2B5EF4-FFF2-40B4-BE49-F238E27FC236}">
                <a16:creationId xmlns:a16="http://schemas.microsoft.com/office/drawing/2014/main" id="{F694448B-800C-40EF-8F61-18C018E8374C}"/>
              </a:ext>
            </a:extLst>
          </p:cNvPr>
          <p:cNvSpPr>
            <a:spLocks noGrp="1"/>
          </p:cNvSpPr>
          <p:nvPr>
            <p:ph idx="16"/>
          </p:nvPr>
        </p:nvSpPr>
        <p:spPr>
          <a:xfrm>
            <a:off x="8527124" y="2711636"/>
            <a:ext cx="3445566" cy="495389"/>
          </a:xfrm>
        </p:spPr>
        <p:txBody>
          <a:bodyPr lIns="0" tIns="0" rIns="0" bIns="0" rtlCol="0" anchor="ctr">
            <a:noAutofit/>
          </a:bodyPr>
          <a:lstStyle>
            <a:lvl1pPr marL="0" indent="0" algn="ctr">
              <a:buNone/>
              <a:defRPr sz="1800" b="1" cap="all" baseline="0">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rtl="0"/>
            <a:r>
              <a:rPr lang="fr-FR" noProof="0"/>
              <a:t>Cliquez pour modifier les styles du texte du masque</a:t>
            </a:r>
          </a:p>
        </p:txBody>
      </p:sp>
      <p:sp>
        <p:nvSpPr>
          <p:cNvPr id="12" name="Espace réservé d’image 11">
            <a:extLst>
              <a:ext uri="{FF2B5EF4-FFF2-40B4-BE49-F238E27FC236}">
                <a16:creationId xmlns:a16="http://schemas.microsoft.com/office/drawing/2014/main" id="{483B974E-5202-4EAD-9D55-4129C84BAE87}"/>
              </a:ext>
            </a:extLst>
          </p:cNvPr>
          <p:cNvSpPr>
            <a:spLocks noGrp="1"/>
          </p:cNvSpPr>
          <p:nvPr>
            <p:ph type="pic" sz="quarter" idx="17" hasCustomPrompt="1"/>
          </p:nvPr>
        </p:nvSpPr>
        <p:spPr>
          <a:xfrm>
            <a:off x="1690627" y="1988373"/>
            <a:ext cx="502873" cy="502873"/>
          </a:xfrm>
          <a:prstGeom prst="rect">
            <a:avLst/>
          </a:prstGeom>
          <a:noFill/>
        </p:spPr>
        <p:txBody>
          <a:bodyPr lIns="0" rIns="0" rtlCol="0" anchor="ctr">
            <a:noAutofit/>
          </a:bodyPr>
          <a:lstStyle>
            <a:lvl1pPr marL="0" indent="0" algn="ctr">
              <a:buNone/>
              <a:defRPr sz="1100">
                <a:solidFill>
                  <a:schemeClr val="bg1"/>
                </a:solidFill>
              </a:defRPr>
            </a:lvl1pPr>
          </a:lstStyle>
          <a:p>
            <a:pPr rtl="0"/>
            <a:r>
              <a:rPr lang="fr-FR" noProof="0" dirty="0"/>
              <a:t>icône</a:t>
            </a:r>
          </a:p>
        </p:txBody>
      </p:sp>
    </p:spTree>
    <p:extLst>
      <p:ext uri="{BB962C8B-B14F-4D97-AF65-F5344CB8AC3E}">
        <p14:creationId xmlns:p14="http://schemas.microsoft.com/office/powerpoint/2010/main" val="17410332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sposition de Comparaison">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1B6EB0C6-606C-4AFB-8FF8-AB43606B95BD}"/>
              </a:ext>
            </a:extLst>
          </p:cNvPr>
          <p:cNvSpPr/>
          <p:nvPr userDrawn="1"/>
        </p:nvSpPr>
        <p:spPr>
          <a:xfrm>
            <a:off x="6599236" y="4707908"/>
            <a:ext cx="5592763" cy="10064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
        <p:nvSpPr>
          <p:cNvPr id="4" name="Rectangle 3">
            <a:extLst>
              <a:ext uri="{FF2B5EF4-FFF2-40B4-BE49-F238E27FC236}">
                <a16:creationId xmlns:a16="http://schemas.microsoft.com/office/drawing/2014/main" id="{25CE6D5A-A5C0-4B12-A26A-691D5743FA5C}"/>
              </a:ext>
            </a:extLst>
          </p:cNvPr>
          <p:cNvSpPr/>
          <p:nvPr userDrawn="1"/>
        </p:nvSpPr>
        <p:spPr>
          <a:xfrm>
            <a:off x="-82063" y="1648186"/>
            <a:ext cx="5709139" cy="100647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
        <p:nvSpPr>
          <p:cNvPr id="2" name="Titre 1">
            <a:extLst>
              <a:ext uri="{FF2B5EF4-FFF2-40B4-BE49-F238E27FC236}">
                <a16:creationId xmlns:a16="http://schemas.microsoft.com/office/drawing/2014/main" id="{32970CD0-696D-4313-96BA-4AA72C813BD0}"/>
              </a:ext>
            </a:extLst>
          </p:cNvPr>
          <p:cNvSpPr>
            <a:spLocks noGrp="1"/>
          </p:cNvSpPr>
          <p:nvPr>
            <p:ph type="title"/>
          </p:nvPr>
        </p:nvSpPr>
        <p:spPr>
          <a:xfrm>
            <a:off x="515938" y="246621"/>
            <a:ext cx="11150600" cy="920336"/>
          </a:xfrm>
        </p:spPr>
        <p:txBody>
          <a:bodyPr lIns="0" tIns="0" rIns="0" bIns="0" rtlCol="0" anchor="b">
            <a:noAutofit/>
          </a:bodyPr>
          <a:lstStyle>
            <a:lvl1pPr>
              <a:defRPr sz="3200" b="1" cap="all" baseline="0"/>
            </a:lvl1pPr>
          </a:lstStyle>
          <a:p>
            <a:pPr rtl="0"/>
            <a:r>
              <a:rPr lang="fr-FR" noProof="0"/>
              <a:t>Modifiez le style du titre</a:t>
            </a:r>
            <a:endParaRPr lang="fr-FR" noProof="0" dirty="0"/>
          </a:p>
        </p:txBody>
      </p:sp>
      <p:sp>
        <p:nvSpPr>
          <p:cNvPr id="3" name="Espace réservé du contenu 2">
            <a:extLst>
              <a:ext uri="{FF2B5EF4-FFF2-40B4-BE49-F238E27FC236}">
                <a16:creationId xmlns:a16="http://schemas.microsoft.com/office/drawing/2014/main" id="{0FEE9886-36F0-4E06-A3A6-D8F00B0665A1}"/>
              </a:ext>
            </a:extLst>
          </p:cNvPr>
          <p:cNvSpPr>
            <a:spLocks noGrp="1"/>
          </p:cNvSpPr>
          <p:nvPr>
            <p:ph idx="1"/>
          </p:nvPr>
        </p:nvSpPr>
        <p:spPr>
          <a:xfrm>
            <a:off x="680934" y="2863158"/>
            <a:ext cx="4074002" cy="2846648"/>
          </a:xfrm>
        </p:spPr>
        <p:txBody>
          <a:bodyPr lIns="0" tIns="0" rIns="0" bIns="0" rtlCol="0">
            <a:noAutofit/>
          </a:bodyPr>
          <a:lstStyle>
            <a:lvl1pPr marL="0" indent="0" algn="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rtl="0"/>
            <a:r>
              <a:rPr lang="fr-FR" noProof="0"/>
              <a:t>Cliquez pour modifier les styles du texte du masque</a:t>
            </a:r>
          </a:p>
        </p:txBody>
      </p:sp>
      <p:sp>
        <p:nvSpPr>
          <p:cNvPr id="7" name="Rectangle 6">
            <a:extLst>
              <a:ext uri="{FF2B5EF4-FFF2-40B4-BE49-F238E27FC236}">
                <a16:creationId xmlns:a16="http://schemas.microsoft.com/office/drawing/2014/main" id="{76627016-BFC4-46D4-89DB-F72E3C3461EC}"/>
              </a:ext>
            </a:extLst>
          </p:cNvPr>
          <p:cNvSpPr/>
          <p:nvPr userDrawn="1"/>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solidFill>
                <a:schemeClr val="accent2"/>
              </a:solidFill>
            </a:endParaRPr>
          </a:p>
        </p:txBody>
      </p:sp>
      <p:pic>
        <p:nvPicPr>
          <p:cNvPr id="8" name="Image 7">
            <a:extLst>
              <a:ext uri="{FF2B5EF4-FFF2-40B4-BE49-F238E27FC236}">
                <a16:creationId xmlns:a16="http://schemas.microsoft.com/office/drawing/2014/main" id="{676C557E-B5A7-4416-BCC0-5743550BF152}"/>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sp>
        <p:nvSpPr>
          <p:cNvPr id="15" name="Ovale 14">
            <a:extLst>
              <a:ext uri="{FF2B5EF4-FFF2-40B4-BE49-F238E27FC236}">
                <a16:creationId xmlns:a16="http://schemas.microsoft.com/office/drawing/2014/main" id="{EF515B4A-CB20-4847-8E00-0DD66F1FEBB4}"/>
              </a:ext>
            </a:extLst>
          </p:cNvPr>
          <p:cNvSpPr/>
          <p:nvPr userDrawn="1"/>
        </p:nvSpPr>
        <p:spPr>
          <a:xfrm>
            <a:off x="11371669" y="6409397"/>
            <a:ext cx="280051"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
        <p:nvSpPr>
          <p:cNvPr id="16" name="Espace réservé du numéro de diapositive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6" y="6455739"/>
            <a:ext cx="294460" cy="187367"/>
          </a:xfrm>
        </p:spPr>
        <p:txBody>
          <a:bodyPr lIns="0" tIns="0" rIns="0" bIns="0" rtlCol="0"/>
          <a:lstStyle>
            <a:lvl1pPr algn="ctr">
              <a:defRPr sz="900">
                <a:solidFill>
                  <a:schemeClr val="bg1"/>
                </a:solidFill>
                <a:latin typeface="+mn-lt"/>
              </a:defRPr>
            </a:lvl1pPr>
          </a:lstStyle>
          <a:p>
            <a:pPr rtl="0"/>
            <a:fld id="{9EC71654-96A5-4280-94F3-931C61A9F92C}" type="slidenum">
              <a:rPr lang="fr-FR" noProof="0" smtClean="0"/>
              <a:pPr rtl="0"/>
              <a:t>‹N°›</a:t>
            </a:fld>
            <a:endParaRPr lang="fr-FR" noProof="0" dirty="0"/>
          </a:p>
        </p:txBody>
      </p:sp>
      <p:sp>
        <p:nvSpPr>
          <p:cNvPr id="20" name="Espace réservé du contenu 2">
            <a:extLst>
              <a:ext uri="{FF2B5EF4-FFF2-40B4-BE49-F238E27FC236}">
                <a16:creationId xmlns:a16="http://schemas.microsoft.com/office/drawing/2014/main" id="{FEB88DD7-AEB5-4718-AF2D-28B5B91ED715}"/>
              </a:ext>
            </a:extLst>
          </p:cNvPr>
          <p:cNvSpPr>
            <a:spLocks noGrp="1"/>
          </p:cNvSpPr>
          <p:nvPr>
            <p:ph idx="15" hasCustomPrompt="1"/>
          </p:nvPr>
        </p:nvSpPr>
        <p:spPr>
          <a:xfrm>
            <a:off x="1309370" y="1903728"/>
            <a:ext cx="3445566" cy="495389"/>
          </a:xfrm>
        </p:spPr>
        <p:txBody>
          <a:bodyPr lIns="0" tIns="0" rIns="0" bIns="0" rtlCol="0" anchor="ctr">
            <a:noAutofit/>
          </a:bodyPr>
          <a:lstStyle>
            <a:lvl1pPr marL="0" indent="0" algn="r">
              <a:buNone/>
              <a:defRPr sz="1800" b="1" cap="all" baseline="0">
                <a:solidFill>
                  <a:schemeClr val="accent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rtl="0"/>
            <a:r>
              <a:rPr lang="fr-FR" noProof="0" dirty="0"/>
              <a:t>La rubrique 01 inclut ici</a:t>
            </a:r>
          </a:p>
        </p:txBody>
      </p:sp>
      <p:sp>
        <p:nvSpPr>
          <p:cNvPr id="23" name="Espace réservé du contenu 2">
            <a:extLst>
              <a:ext uri="{FF2B5EF4-FFF2-40B4-BE49-F238E27FC236}">
                <a16:creationId xmlns:a16="http://schemas.microsoft.com/office/drawing/2014/main" id="{E5123CE7-2F8A-489B-BD99-0C2A33ADF49A}"/>
              </a:ext>
            </a:extLst>
          </p:cNvPr>
          <p:cNvSpPr>
            <a:spLocks noGrp="1"/>
          </p:cNvSpPr>
          <p:nvPr>
            <p:ph idx="19"/>
          </p:nvPr>
        </p:nvSpPr>
        <p:spPr>
          <a:xfrm>
            <a:off x="7327918" y="1648186"/>
            <a:ext cx="4074002" cy="2834508"/>
          </a:xfrm>
        </p:spPr>
        <p:txBody>
          <a:bodyPr lIns="0" tIns="0" rIns="0" bIns="0" rtlCol="0" anchor="b">
            <a:noAutofit/>
          </a:bodyPr>
          <a:lstStyle>
            <a:lvl1pPr marL="0" indent="0" algn="l">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rtl="0"/>
            <a:r>
              <a:rPr lang="fr-FR" noProof="0"/>
              <a:t>Cliquez pour modifier les styles du texte du masque</a:t>
            </a:r>
          </a:p>
        </p:txBody>
      </p:sp>
      <p:sp>
        <p:nvSpPr>
          <p:cNvPr id="25" name="Espace réservé du contenu 2">
            <a:extLst>
              <a:ext uri="{FF2B5EF4-FFF2-40B4-BE49-F238E27FC236}">
                <a16:creationId xmlns:a16="http://schemas.microsoft.com/office/drawing/2014/main" id="{07730BCF-AC2A-4FEC-8F01-63964DB444CF}"/>
              </a:ext>
            </a:extLst>
          </p:cNvPr>
          <p:cNvSpPr>
            <a:spLocks noGrp="1"/>
          </p:cNvSpPr>
          <p:nvPr>
            <p:ph idx="20" hasCustomPrompt="1"/>
          </p:nvPr>
        </p:nvSpPr>
        <p:spPr>
          <a:xfrm>
            <a:off x="7475709" y="4963450"/>
            <a:ext cx="3445566" cy="495389"/>
          </a:xfrm>
        </p:spPr>
        <p:txBody>
          <a:bodyPr lIns="0" tIns="0" rIns="0" bIns="0" rtlCol="0" anchor="ctr">
            <a:noAutofit/>
          </a:bodyPr>
          <a:lstStyle>
            <a:lvl1pPr marL="0" indent="0" algn="l">
              <a:buNone/>
              <a:defRPr sz="1800" b="1" cap="all" baseline="0">
                <a:solidFill>
                  <a:schemeClr val="accent3"/>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rtl="0"/>
            <a:r>
              <a:rPr lang="fr-FR" noProof="0" dirty="0"/>
              <a:t>La rubrique 02 inclut ici</a:t>
            </a:r>
          </a:p>
        </p:txBody>
      </p:sp>
      <p:sp>
        <p:nvSpPr>
          <p:cNvPr id="21" name="Ovale 20">
            <a:extLst>
              <a:ext uri="{FF2B5EF4-FFF2-40B4-BE49-F238E27FC236}">
                <a16:creationId xmlns:a16="http://schemas.microsoft.com/office/drawing/2014/main" id="{919C8692-230B-D543-A7F7-4FD61B04D1C6}"/>
              </a:ext>
            </a:extLst>
          </p:cNvPr>
          <p:cNvSpPr>
            <a:spLocks noChangeAspect="1"/>
          </p:cNvSpPr>
          <p:nvPr userDrawn="1"/>
        </p:nvSpPr>
        <p:spPr>
          <a:xfrm>
            <a:off x="5084763" y="1652762"/>
            <a:ext cx="1001899" cy="1001899"/>
          </a:xfrm>
          <a:prstGeom prst="ellipse">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
        <p:nvSpPr>
          <p:cNvPr id="24" name="Espace réservé d’image 11">
            <a:extLst>
              <a:ext uri="{FF2B5EF4-FFF2-40B4-BE49-F238E27FC236}">
                <a16:creationId xmlns:a16="http://schemas.microsoft.com/office/drawing/2014/main" id="{E150BFC7-A11D-CC46-B5A2-8BD93C269506}"/>
              </a:ext>
            </a:extLst>
          </p:cNvPr>
          <p:cNvSpPr>
            <a:spLocks noGrp="1"/>
          </p:cNvSpPr>
          <p:nvPr>
            <p:ph type="pic" sz="quarter" idx="21" hasCustomPrompt="1"/>
          </p:nvPr>
        </p:nvSpPr>
        <p:spPr>
          <a:xfrm>
            <a:off x="5282969" y="1850968"/>
            <a:ext cx="605487" cy="605487"/>
          </a:xfrm>
          <a:prstGeom prst="rect">
            <a:avLst/>
          </a:prstGeom>
          <a:noFill/>
        </p:spPr>
        <p:txBody>
          <a:bodyPr lIns="0" rIns="0" rtlCol="0" anchor="ctr">
            <a:normAutofit/>
          </a:bodyPr>
          <a:lstStyle>
            <a:lvl1pPr marL="0" indent="0" algn="ctr">
              <a:buNone/>
              <a:defRPr sz="1100">
                <a:solidFill>
                  <a:schemeClr val="bg1"/>
                </a:solidFill>
              </a:defRPr>
            </a:lvl1pPr>
          </a:lstStyle>
          <a:p>
            <a:pPr rtl="0"/>
            <a:r>
              <a:rPr lang="fr-FR" noProof="0" dirty="0"/>
              <a:t>icône</a:t>
            </a:r>
          </a:p>
        </p:txBody>
      </p:sp>
      <p:sp>
        <p:nvSpPr>
          <p:cNvPr id="28" name="Ovale 27">
            <a:extLst>
              <a:ext uri="{FF2B5EF4-FFF2-40B4-BE49-F238E27FC236}">
                <a16:creationId xmlns:a16="http://schemas.microsoft.com/office/drawing/2014/main" id="{F95B55F4-B501-3440-8904-A1C7F049CBE8}"/>
              </a:ext>
            </a:extLst>
          </p:cNvPr>
          <p:cNvSpPr>
            <a:spLocks noChangeAspect="1"/>
          </p:cNvSpPr>
          <p:nvPr userDrawn="1"/>
        </p:nvSpPr>
        <p:spPr>
          <a:xfrm>
            <a:off x="6100576" y="4707907"/>
            <a:ext cx="1001899" cy="1001899"/>
          </a:xfrm>
          <a:prstGeom prst="ellipse">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
        <p:nvSpPr>
          <p:cNvPr id="29" name="Espace réservé d’image 11">
            <a:extLst>
              <a:ext uri="{FF2B5EF4-FFF2-40B4-BE49-F238E27FC236}">
                <a16:creationId xmlns:a16="http://schemas.microsoft.com/office/drawing/2014/main" id="{F2116994-BE3E-6A43-9C15-E71BA8EC821F}"/>
              </a:ext>
            </a:extLst>
          </p:cNvPr>
          <p:cNvSpPr>
            <a:spLocks noGrp="1"/>
          </p:cNvSpPr>
          <p:nvPr>
            <p:ph type="pic" sz="quarter" idx="22" hasCustomPrompt="1"/>
          </p:nvPr>
        </p:nvSpPr>
        <p:spPr>
          <a:xfrm>
            <a:off x="6298782" y="4906113"/>
            <a:ext cx="605487" cy="605487"/>
          </a:xfrm>
          <a:prstGeom prst="rect">
            <a:avLst/>
          </a:prstGeom>
          <a:noFill/>
        </p:spPr>
        <p:txBody>
          <a:bodyPr lIns="0" rIns="0" rtlCol="0" anchor="ctr">
            <a:normAutofit/>
          </a:bodyPr>
          <a:lstStyle>
            <a:lvl1pPr marL="0" indent="0" algn="ctr">
              <a:buNone/>
              <a:defRPr sz="1100">
                <a:solidFill>
                  <a:schemeClr val="bg1"/>
                </a:solidFill>
              </a:defRPr>
            </a:lvl1pPr>
          </a:lstStyle>
          <a:p>
            <a:pPr rtl="0"/>
            <a:r>
              <a:rPr lang="fr-FR" noProof="0" dirty="0"/>
              <a:t>icône</a:t>
            </a:r>
          </a:p>
        </p:txBody>
      </p:sp>
    </p:spTree>
    <p:extLst>
      <p:ext uri="{BB962C8B-B14F-4D97-AF65-F5344CB8AC3E}">
        <p14:creationId xmlns:p14="http://schemas.microsoft.com/office/powerpoint/2010/main" val="8914009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re uniquement">
    <p:spTree>
      <p:nvGrpSpPr>
        <p:cNvPr id="1" name=""/>
        <p:cNvGrpSpPr/>
        <p:nvPr/>
      </p:nvGrpSpPr>
      <p:grpSpPr>
        <a:xfrm>
          <a:off x="0" y="0"/>
          <a:ext cx="0" cy="0"/>
          <a:chOff x="0" y="0"/>
          <a:chExt cx="0" cy="0"/>
        </a:xfrm>
      </p:grpSpPr>
      <p:grpSp>
        <p:nvGrpSpPr>
          <p:cNvPr id="11" name="Groupe 10">
            <a:extLst>
              <a:ext uri="{FF2B5EF4-FFF2-40B4-BE49-F238E27FC236}">
                <a16:creationId xmlns:a16="http://schemas.microsoft.com/office/drawing/2014/main" id="{04B31150-A166-4DB3-A898-2154C9665891}"/>
              </a:ext>
            </a:extLst>
          </p:cNvPr>
          <p:cNvGrpSpPr/>
          <p:nvPr userDrawn="1"/>
        </p:nvGrpSpPr>
        <p:grpSpPr>
          <a:xfrm rot="8650774" flipH="1" flipV="1">
            <a:off x="7430044" y="-1843126"/>
            <a:ext cx="4436224" cy="5482435"/>
            <a:chOff x="11114088" y="2241550"/>
            <a:chExt cx="1905000" cy="2354263"/>
          </a:xfrm>
          <a:solidFill>
            <a:schemeClr val="bg2">
              <a:alpha val="53000"/>
            </a:schemeClr>
          </a:solidFill>
        </p:grpSpPr>
        <p:sp>
          <p:nvSpPr>
            <p:cNvPr id="12" name="Forme libre 5">
              <a:extLst>
                <a:ext uri="{FF2B5EF4-FFF2-40B4-BE49-F238E27FC236}">
                  <a16:creationId xmlns:a16="http://schemas.microsoft.com/office/drawing/2014/main" id="{1C1A95BC-42CA-4166-918D-DF4306881408}"/>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fr-FR" noProof="0" dirty="0"/>
            </a:p>
          </p:txBody>
        </p:sp>
        <p:sp>
          <p:nvSpPr>
            <p:cNvPr id="13" name="Forme libre 6">
              <a:extLst>
                <a:ext uri="{FF2B5EF4-FFF2-40B4-BE49-F238E27FC236}">
                  <a16:creationId xmlns:a16="http://schemas.microsoft.com/office/drawing/2014/main" id="{4B4D5F91-2158-4A30-B83C-5CC9CC6E5D4F}"/>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fr-FR" noProof="0" dirty="0"/>
            </a:p>
          </p:txBody>
        </p:sp>
        <p:sp>
          <p:nvSpPr>
            <p:cNvPr id="14" name="Forme libre 7">
              <a:extLst>
                <a:ext uri="{FF2B5EF4-FFF2-40B4-BE49-F238E27FC236}">
                  <a16:creationId xmlns:a16="http://schemas.microsoft.com/office/drawing/2014/main" id="{C509E5D6-79CC-4E1D-AAF4-C6F28F3C1777}"/>
                </a:ext>
              </a:extLst>
            </p:cNvPr>
            <p:cNvSpPr>
              <a:spLocks/>
            </p:cNvSpPr>
            <p:nvPr/>
          </p:nvSpPr>
          <p:spPr bwMode="auto">
            <a:xfrm>
              <a:off x="11728451" y="3071813"/>
              <a:ext cx="306388" cy="719138"/>
            </a:xfrm>
            <a:custGeom>
              <a:avLst/>
              <a:gdLst>
                <a:gd name="T0" fmla="*/ 0 w 72"/>
                <a:gd name="T1" fmla="*/ 84 h 169"/>
                <a:gd name="T2" fmla="*/ 20 w 72"/>
                <a:gd name="T3" fmla="*/ 20 h 169"/>
                <a:gd name="T4" fmla="*/ 42 w 72"/>
                <a:gd name="T5" fmla="*/ 9 h 169"/>
                <a:gd name="T6" fmla="*/ 62 w 72"/>
                <a:gd name="T7" fmla="*/ 44 h 169"/>
                <a:gd name="T8" fmla="*/ 62 w 72"/>
                <a:gd name="T9" fmla="*/ 125 h 169"/>
                <a:gd name="T10" fmla="*/ 43 w 72"/>
                <a:gd name="T11" fmla="*/ 159 h 169"/>
                <a:gd name="T12" fmla="*/ 20 w 72"/>
                <a:gd name="T13" fmla="*/ 148 h 169"/>
                <a:gd name="T14" fmla="*/ 0 w 72"/>
                <a:gd name="T15" fmla="*/ 8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169">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fr-FR" noProof="0" dirty="0"/>
            </a:p>
          </p:txBody>
        </p:sp>
      </p:grpSp>
      <p:sp>
        <p:nvSpPr>
          <p:cNvPr id="6" name="Titre 1">
            <a:extLst>
              <a:ext uri="{FF2B5EF4-FFF2-40B4-BE49-F238E27FC236}">
                <a16:creationId xmlns:a16="http://schemas.microsoft.com/office/drawing/2014/main" id="{B70E2287-0F7B-4DD3-A805-DB19BBF3C716}"/>
              </a:ext>
            </a:extLst>
          </p:cNvPr>
          <p:cNvSpPr>
            <a:spLocks noGrp="1"/>
          </p:cNvSpPr>
          <p:nvPr>
            <p:ph type="title"/>
          </p:nvPr>
        </p:nvSpPr>
        <p:spPr>
          <a:xfrm>
            <a:off x="515938" y="246621"/>
            <a:ext cx="11150600" cy="920336"/>
          </a:xfrm>
        </p:spPr>
        <p:txBody>
          <a:bodyPr lIns="0" tIns="0" rIns="0" bIns="0" rtlCol="0" anchor="b">
            <a:noAutofit/>
          </a:bodyPr>
          <a:lstStyle>
            <a:lvl1pPr>
              <a:defRPr sz="3200" b="1" cap="all" baseline="0"/>
            </a:lvl1pPr>
          </a:lstStyle>
          <a:p>
            <a:pPr rtl="0"/>
            <a:r>
              <a:rPr lang="fr-FR" noProof="0"/>
              <a:t>Modifiez le style du titre</a:t>
            </a:r>
            <a:endParaRPr lang="fr-FR" noProof="0" dirty="0"/>
          </a:p>
        </p:txBody>
      </p:sp>
      <p:sp>
        <p:nvSpPr>
          <p:cNvPr id="7" name="Rectangle 6">
            <a:extLst>
              <a:ext uri="{FF2B5EF4-FFF2-40B4-BE49-F238E27FC236}">
                <a16:creationId xmlns:a16="http://schemas.microsoft.com/office/drawing/2014/main" id="{8DCE74CE-BEFF-42B3-BF3E-C41B1B1F1EE4}"/>
              </a:ext>
            </a:extLst>
          </p:cNvPr>
          <p:cNvSpPr/>
          <p:nvPr userDrawn="1"/>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solidFill>
                <a:schemeClr val="bg1"/>
              </a:solidFill>
            </a:endParaRPr>
          </a:p>
        </p:txBody>
      </p:sp>
      <p:pic>
        <p:nvPicPr>
          <p:cNvPr id="8" name="Image 7">
            <a:extLst>
              <a:ext uri="{FF2B5EF4-FFF2-40B4-BE49-F238E27FC236}">
                <a16:creationId xmlns:a16="http://schemas.microsoft.com/office/drawing/2014/main" id="{8B0944B4-FE4A-459A-85B1-3476FE6C4C49}"/>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sp>
        <p:nvSpPr>
          <p:cNvPr id="9" name="Ovale 8">
            <a:extLst>
              <a:ext uri="{FF2B5EF4-FFF2-40B4-BE49-F238E27FC236}">
                <a16:creationId xmlns:a16="http://schemas.microsoft.com/office/drawing/2014/main" id="{1B26B4BC-3D52-4C1C-85FB-226F0B5201F1}"/>
              </a:ext>
            </a:extLst>
          </p:cNvPr>
          <p:cNvSpPr/>
          <p:nvPr userDrawn="1"/>
        </p:nvSpPr>
        <p:spPr>
          <a:xfrm>
            <a:off x="11371669" y="6409397"/>
            <a:ext cx="280051"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
        <p:nvSpPr>
          <p:cNvPr id="10" name="Espace réservé du numéro de diapositive 5">
            <a:extLst>
              <a:ext uri="{FF2B5EF4-FFF2-40B4-BE49-F238E27FC236}">
                <a16:creationId xmlns:a16="http://schemas.microsoft.com/office/drawing/2014/main" id="{CEC6B25A-6AA2-46A7-84BE-5C907CA51B02}"/>
              </a:ext>
            </a:extLst>
          </p:cNvPr>
          <p:cNvSpPr>
            <a:spLocks noGrp="1"/>
          </p:cNvSpPr>
          <p:nvPr>
            <p:ph type="sldNum" sz="quarter" idx="12"/>
          </p:nvPr>
        </p:nvSpPr>
        <p:spPr>
          <a:xfrm>
            <a:off x="11363696" y="6455739"/>
            <a:ext cx="294460" cy="187367"/>
          </a:xfrm>
        </p:spPr>
        <p:txBody>
          <a:bodyPr lIns="0" tIns="0" rIns="0" bIns="0" rtlCol="0"/>
          <a:lstStyle>
            <a:lvl1pPr algn="ctr">
              <a:defRPr sz="900">
                <a:solidFill>
                  <a:schemeClr val="bg1"/>
                </a:solidFill>
                <a:latin typeface="+mn-lt"/>
              </a:defRPr>
            </a:lvl1pPr>
          </a:lstStyle>
          <a:p>
            <a:pPr rtl="0"/>
            <a:fld id="{9EC71654-96A5-4280-94F3-931C61A9F92C}" type="slidenum">
              <a:rPr lang="fr-FR" noProof="0" smtClean="0"/>
              <a:pPr rtl="0"/>
              <a:t>‹N°›</a:t>
            </a:fld>
            <a:endParaRPr lang="fr-FR" noProof="0" dirty="0"/>
          </a:p>
        </p:txBody>
      </p:sp>
    </p:spTree>
    <p:extLst>
      <p:ext uri="{BB962C8B-B14F-4D97-AF65-F5344CB8AC3E}">
        <p14:creationId xmlns:p14="http://schemas.microsoft.com/office/powerpoint/2010/main" val="15647606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apositive d’équipe">
    <p:spTree>
      <p:nvGrpSpPr>
        <p:cNvPr id="1" name=""/>
        <p:cNvGrpSpPr/>
        <p:nvPr/>
      </p:nvGrpSpPr>
      <p:grpSpPr>
        <a:xfrm>
          <a:off x="0" y="0"/>
          <a:ext cx="0" cy="0"/>
          <a:chOff x="0" y="0"/>
          <a:chExt cx="0" cy="0"/>
        </a:xfrm>
      </p:grpSpPr>
      <p:grpSp>
        <p:nvGrpSpPr>
          <p:cNvPr id="35" name="Groupe 34">
            <a:extLst>
              <a:ext uri="{FF2B5EF4-FFF2-40B4-BE49-F238E27FC236}">
                <a16:creationId xmlns:a16="http://schemas.microsoft.com/office/drawing/2014/main" id="{431CD316-21C7-4FA9-A45A-374D6AE71ED5}"/>
              </a:ext>
            </a:extLst>
          </p:cNvPr>
          <p:cNvGrpSpPr/>
          <p:nvPr userDrawn="1"/>
        </p:nvGrpSpPr>
        <p:grpSpPr>
          <a:xfrm rot="8650774" flipH="1" flipV="1">
            <a:off x="7430044" y="-1843126"/>
            <a:ext cx="4436224" cy="5482435"/>
            <a:chOff x="11114088" y="2241550"/>
            <a:chExt cx="1905000" cy="2354263"/>
          </a:xfrm>
          <a:solidFill>
            <a:schemeClr val="bg2">
              <a:alpha val="53000"/>
            </a:schemeClr>
          </a:solidFill>
        </p:grpSpPr>
        <p:sp>
          <p:nvSpPr>
            <p:cNvPr id="36" name="Forme libre 5">
              <a:extLst>
                <a:ext uri="{FF2B5EF4-FFF2-40B4-BE49-F238E27FC236}">
                  <a16:creationId xmlns:a16="http://schemas.microsoft.com/office/drawing/2014/main" id="{E107D9FB-3967-4583-A9DA-6787AF71202C}"/>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fr-FR" noProof="0" dirty="0"/>
            </a:p>
          </p:txBody>
        </p:sp>
        <p:sp>
          <p:nvSpPr>
            <p:cNvPr id="37" name="Forme libre 6">
              <a:extLst>
                <a:ext uri="{FF2B5EF4-FFF2-40B4-BE49-F238E27FC236}">
                  <a16:creationId xmlns:a16="http://schemas.microsoft.com/office/drawing/2014/main" id="{138D5FEB-37FF-4F26-B625-CE2BE91FF21B}"/>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fr-FR" noProof="0" dirty="0"/>
            </a:p>
          </p:txBody>
        </p:sp>
        <p:sp>
          <p:nvSpPr>
            <p:cNvPr id="38" name="Forme libre 7">
              <a:extLst>
                <a:ext uri="{FF2B5EF4-FFF2-40B4-BE49-F238E27FC236}">
                  <a16:creationId xmlns:a16="http://schemas.microsoft.com/office/drawing/2014/main" id="{6C2B67E8-673C-422C-B021-296E2E2B952D}"/>
                </a:ext>
              </a:extLst>
            </p:cNvPr>
            <p:cNvSpPr>
              <a:spLocks/>
            </p:cNvSpPr>
            <p:nvPr/>
          </p:nvSpPr>
          <p:spPr bwMode="auto">
            <a:xfrm>
              <a:off x="11728451" y="3071813"/>
              <a:ext cx="306388" cy="719138"/>
            </a:xfrm>
            <a:custGeom>
              <a:avLst/>
              <a:gdLst>
                <a:gd name="T0" fmla="*/ 0 w 72"/>
                <a:gd name="T1" fmla="*/ 84 h 169"/>
                <a:gd name="T2" fmla="*/ 20 w 72"/>
                <a:gd name="T3" fmla="*/ 20 h 169"/>
                <a:gd name="T4" fmla="*/ 42 w 72"/>
                <a:gd name="T5" fmla="*/ 9 h 169"/>
                <a:gd name="T6" fmla="*/ 62 w 72"/>
                <a:gd name="T7" fmla="*/ 44 h 169"/>
                <a:gd name="T8" fmla="*/ 62 w 72"/>
                <a:gd name="T9" fmla="*/ 125 h 169"/>
                <a:gd name="T10" fmla="*/ 43 w 72"/>
                <a:gd name="T11" fmla="*/ 159 h 169"/>
                <a:gd name="T12" fmla="*/ 20 w 72"/>
                <a:gd name="T13" fmla="*/ 148 h 169"/>
                <a:gd name="T14" fmla="*/ 0 w 72"/>
                <a:gd name="T15" fmla="*/ 8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169">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fr-FR" noProof="0" dirty="0"/>
            </a:p>
          </p:txBody>
        </p:sp>
      </p:grpSp>
      <p:sp>
        <p:nvSpPr>
          <p:cNvPr id="23" name="Ovale 22">
            <a:extLst>
              <a:ext uri="{FF2B5EF4-FFF2-40B4-BE49-F238E27FC236}">
                <a16:creationId xmlns:a16="http://schemas.microsoft.com/office/drawing/2014/main" id="{687010E4-ADF2-486D-8DF7-B0FF38C6DADF}"/>
              </a:ext>
            </a:extLst>
          </p:cNvPr>
          <p:cNvSpPr/>
          <p:nvPr userDrawn="1"/>
        </p:nvSpPr>
        <p:spPr>
          <a:xfrm>
            <a:off x="954140" y="1698469"/>
            <a:ext cx="1729332" cy="1729332"/>
          </a:xfrm>
          <a:prstGeom prst="ellipse">
            <a:avLst/>
          </a:prstGeom>
          <a:solidFill>
            <a:schemeClr val="tx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
        <p:nvSpPr>
          <p:cNvPr id="24" name="Ovale 23">
            <a:extLst>
              <a:ext uri="{FF2B5EF4-FFF2-40B4-BE49-F238E27FC236}">
                <a16:creationId xmlns:a16="http://schemas.microsoft.com/office/drawing/2014/main" id="{9159AA79-2237-4A27-BBC2-D44032158D19}"/>
              </a:ext>
            </a:extLst>
          </p:cNvPr>
          <p:cNvSpPr/>
          <p:nvPr userDrawn="1"/>
        </p:nvSpPr>
        <p:spPr>
          <a:xfrm>
            <a:off x="3807539" y="1698469"/>
            <a:ext cx="1729332" cy="1729332"/>
          </a:xfrm>
          <a:prstGeom prst="ellipse">
            <a:avLst/>
          </a:prstGeom>
          <a:solidFill>
            <a:schemeClr val="tx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
        <p:nvSpPr>
          <p:cNvPr id="25" name="Ovale 24">
            <a:extLst>
              <a:ext uri="{FF2B5EF4-FFF2-40B4-BE49-F238E27FC236}">
                <a16:creationId xmlns:a16="http://schemas.microsoft.com/office/drawing/2014/main" id="{0272B962-9566-42D2-B4C3-E7AA81884A83}"/>
              </a:ext>
            </a:extLst>
          </p:cNvPr>
          <p:cNvSpPr/>
          <p:nvPr userDrawn="1"/>
        </p:nvSpPr>
        <p:spPr>
          <a:xfrm>
            <a:off x="6646275" y="1698469"/>
            <a:ext cx="1729332" cy="1729332"/>
          </a:xfrm>
          <a:prstGeom prst="ellipse">
            <a:avLst/>
          </a:prstGeom>
          <a:solidFill>
            <a:schemeClr val="tx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
        <p:nvSpPr>
          <p:cNvPr id="26" name="Ovale 25">
            <a:extLst>
              <a:ext uri="{FF2B5EF4-FFF2-40B4-BE49-F238E27FC236}">
                <a16:creationId xmlns:a16="http://schemas.microsoft.com/office/drawing/2014/main" id="{19733285-016C-4C38-816C-83D30C075C70}"/>
              </a:ext>
            </a:extLst>
          </p:cNvPr>
          <p:cNvSpPr/>
          <p:nvPr userDrawn="1"/>
        </p:nvSpPr>
        <p:spPr>
          <a:xfrm>
            <a:off x="9498658" y="1698469"/>
            <a:ext cx="1729332" cy="1729332"/>
          </a:xfrm>
          <a:prstGeom prst="ellipse">
            <a:avLst/>
          </a:prstGeom>
          <a:solidFill>
            <a:schemeClr val="tx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
        <p:nvSpPr>
          <p:cNvPr id="20" name="Forme libre : Forme 19">
            <a:extLst>
              <a:ext uri="{FF2B5EF4-FFF2-40B4-BE49-F238E27FC236}">
                <a16:creationId xmlns:a16="http://schemas.microsoft.com/office/drawing/2014/main" id="{EF40DBA4-AB63-4B47-B37F-BCC3D59B5392}"/>
              </a:ext>
            </a:extLst>
          </p:cNvPr>
          <p:cNvSpPr/>
          <p:nvPr userDrawn="1"/>
        </p:nvSpPr>
        <p:spPr>
          <a:xfrm>
            <a:off x="4011967" y="1778212"/>
            <a:ext cx="1320476" cy="362088"/>
          </a:xfrm>
          <a:custGeom>
            <a:avLst/>
            <a:gdLst>
              <a:gd name="connsiteX0" fmla="*/ 660238 w 1320476"/>
              <a:gd name="connsiteY0" fmla="*/ 0 h 362088"/>
              <a:gd name="connsiteX1" fmla="*/ 1312051 w 1320476"/>
              <a:gd name="connsiteY1" fmla="*/ 346566 h 362088"/>
              <a:gd name="connsiteX2" fmla="*/ 1320476 w 1320476"/>
              <a:gd name="connsiteY2" fmla="*/ 362088 h 362088"/>
              <a:gd name="connsiteX3" fmla="*/ 0 w 1320476"/>
              <a:gd name="connsiteY3" fmla="*/ 362088 h 362088"/>
              <a:gd name="connsiteX4" fmla="*/ 8425 w 1320476"/>
              <a:gd name="connsiteY4" fmla="*/ 346566 h 362088"/>
              <a:gd name="connsiteX5" fmla="*/ 660238 w 1320476"/>
              <a:gd name="connsiteY5" fmla="*/ 0 h 362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0476" h="362088">
                <a:moveTo>
                  <a:pt x="660238" y="0"/>
                </a:moveTo>
                <a:cubicBezTo>
                  <a:pt x="931569" y="0"/>
                  <a:pt x="1170791" y="137473"/>
                  <a:pt x="1312051" y="346566"/>
                </a:cubicBezTo>
                <a:lnTo>
                  <a:pt x="1320476" y="362088"/>
                </a:lnTo>
                <a:lnTo>
                  <a:pt x="0" y="362088"/>
                </a:lnTo>
                <a:lnTo>
                  <a:pt x="8425" y="346566"/>
                </a:lnTo>
                <a:cubicBezTo>
                  <a:pt x="149685" y="137473"/>
                  <a:pt x="388907" y="0"/>
                  <a:pt x="66023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
        <p:nvSpPr>
          <p:cNvPr id="21" name="Forme libre : Forme 20">
            <a:extLst>
              <a:ext uri="{FF2B5EF4-FFF2-40B4-BE49-F238E27FC236}">
                <a16:creationId xmlns:a16="http://schemas.microsoft.com/office/drawing/2014/main" id="{33EF0AFB-D099-4FF1-8963-7DA87268867F}"/>
              </a:ext>
            </a:extLst>
          </p:cNvPr>
          <p:cNvSpPr/>
          <p:nvPr userDrawn="1"/>
        </p:nvSpPr>
        <p:spPr>
          <a:xfrm>
            <a:off x="6850703" y="1778212"/>
            <a:ext cx="1320476" cy="362088"/>
          </a:xfrm>
          <a:custGeom>
            <a:avLst/>
            <a:gdLst>
              <a:gd name="connsiteX0" fmla="*/ 660238 w 1320476"/>
              <a:gd name="connsiteY0" fmla="*/ 0 h 362088"/>
              <a:gd name="connsiteX1" fmla="*/ 1312051 w 1320476"/>
              <a:gd name="connsiteY1" fmla="*/ 346566 h 362088"/>
              <a:gd name="connsiteX2" fmla="*/ 1320476 w 1320476"/>
              <a:gd name="connsiteY2" fmla="*/ 362088 h 362088"/>
              <a:gd name="connsiteX3" fmla="*/ 0 w 1320476"/>
              <a:gd name="connsiteY3" fmla="*/ 362088 h 362088"/>
              <a:gd name="connsiteX4" fmla="*/ 8425 w 1320476"/>
              <a:gd name="connsiteY4" fmla="*/ 346566 h 362088"/>
              <a:gd name="connsiteX5" fmla="*/ 660238 w 1320476"/>
              <a:gd name="connsiteY5" fmla="*/ 0 h 362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0476" h="362088">
                <a:moveTo>
                  <a:pt x="660238" y="0"/>
                </a:moveTo>
                <a:cubicBezTo>
                  <a:pt x="931569" y="0"/>
                  <a:pt x="1170791" y="137473"/>
                  <a:pt x="1312051" y="346566"/>
                </a:cubicBezTo>
                <a:lnTo>
                  <a:pt x="1320476" y="362088"/>
                </a:lnTo>
                <a:lnTo>
                  <a:pt x="0" y="362088"/>
                </a:lnTo>
                <a:lnTo>
                  <a:pt x="8425" y="346566"/>
                </a:lnTo>
                <a:cubicBezTo>
                  <a:pt x="149685" y="137473"/>
                  <a:pt x="388907" y="0"/>
                  <a:pt x="66023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
        <p:nvSpPr>
          <p:cNvPr id="22" name="Forme libre : Forme 21">
            <a:extLst>
              <a:ext uri="{FF2B5EF4-FFF2-40B4-BE49-F238E27FC236}">
                <a16:creationId xmlns:a16="http://schemas.microsoft.com/office/drawing/2014/main" id="{6872C96E-9AF3-4FA0-8180-C213C7F2209E}"/>
              </a:ext>
            </a:extLst>
          </p:cNvPr>
          <p:cNvSpPr/>
          <p:nvPr userDrawn="1"/>
        </p:nvSpPr>
        <p:spPr>
          <a:xfrm>
            <a:off x="9703086" y="1778212"/>
            <a:ext cx="1320476" cy="362088"/>
          </a:xfrm>
          <a:custGeom>
            <a:avLst/>
            <a:gdLst>
              <a:gd name="connsiteX0" fmla="*/ 660238 w 1320476"/>
              <a:gd name="connsiteY0" fmla="*/ 0 h 362088"/>
              <a:gd name="connsiteX1" fmla="*/ 1312051 w 1320476"/>
              <a:gd name="connsiteY1" fmla="*/ 346566 h 362088"/>
              <a:gd name="connsiteX2" fmla="*/ 1320476 w 1320476"/>
              <a:gd name="connsiteY2" fmla="*/ 362088 h 362088"/>
              <a:gd name="connsiteX3" fmla="*/ 0 w 1320476"/>
              <a:gd name="connsiteY3" fmla="*/ 362088 h 362088"/>
              <a:gd name="connsiteX4" fmla="*/ 8425 w 1320476"/>
              <a:gd name="connsiteY4" fmla="*/ 346566 h 362088"/>
              <a:gd name="connsiteX5" fmla="*/ 660238 w 1320476"/>
              <a:gd name="connsiteY5" fmla="*/ 0 h 362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0476" h="362088">
                <a:moveTo>
                  <a:pt x="660238" y="0"/>
                </a:moveTo>
                <a:cubicBezTo>
                  <a:pt x="931569" y="0"/>
                  <a:pt x="1170791" y="137473"/>
                  <a:pt x="1312051" y="346566"/>
                </a:cubicBezTo>
                <a:lnTo>
                  <a:pt x="1320476" y="362088"/>
                </a:lnTo>
                <a:lnTo>
                  <a:pt x="0" y="362088"/>
                </a:lnTo>
                <a:lnTo>
                  <a:pt x="8425" y="346566"/>
                </a:lnTo>
                <a:cubicBezTo>
                  <a:pt x="149685" y="137473"/>
                  <a:pt x="388907" y="0"/>
                  <a:pt x="66023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
        <p:nvSpPr>
          <p:cNvPr id="17" name="Forme libre : Forme 16">
            <a:extLst>
              <a:ext uri="{FF2B5EF4-FFF2-40B4-BE49-F238E27FC236}">
                <a16:creationId xmlns:a16="http://schemas.microsoft.com/office/drawing/2014/main" id="{3A08BE29-CFA5-4E0D-9DBE-A430AE1B8072}"/>
              </a:ext>
            </a:extLst>
          </p:cNvPr>
          <p:cNvSpPr/>
          <p:nvPr userDrawn="1"/>
        </p:nvSpPr>
        <p:spPr>
          <a:xfrm>
            <a:off x="1158568" y="1778212"/>
            <a:ext cx="1320476" cy="362088"/>
          </a:xfrm>
          <a:custGeom>
            <a:avLst/>
            <a:gdLst>
              <a:gd name="connsiteX0" fmla="*/ 660238 w 1320476"/>
              <a:gd name="connsiteY0" fmla="*/ 0 h 362088"/>
              <a:gd name="connsiteX1" fmla="*/ 1312051 w 1320476"/>
              <a:gd name="connsiteY1" fmla="*/ 346566 h 362088"/>
              <a:gd name="connsiteX2" fmla="*/ 1320476 w 1320476"/>
              <a:gd name="connsiteY2" fmla="*/ 362088 h 362088"/>
              <a:gd name="connsiteX3" fmla="*/ 0 w 1320476"/>
              <a:gd name="connsiteY3" fmla="*/ 362088 h 362088"/>
              <a:gd name="connsiteX4" fmla="*/ 8425 w 1320476"/>
              <a:gd name="connsiteY4" fmla="*/ 346566 h 362088"/>
              <a:gd name="connsiteX5" fmla="*/ 660238 w 1320476"/>
              <a:gd name="connsiteY5" fmla="*/ 0 h 362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20476" h="362088">
                <a:moveTo>
                  <a:pt x="660238" y="0"/>
                </a:moveTo>
                <a:cubicBezTo>
                  <a:pt x="931569" y="0"/>
                  <a:pt x="1170791" y="137473"/>
                  <a:pt x="1312051" y="346566"/>
                </a:cubicBezTo>
                <a:lnTo>
                  <a:pt x="1320476" y="362088"/>
                </a:lnTo>
                <a:lnTo>
                  <a:pt x="0" y="362088"/>
                </a:lnTo>
                <a:lnTo>
                  <a:pt x="8425" y="346566"/>
                </a:lnTo>
                <a:cubicBezTo>
                  <a:pt x="149685" y="137473"/>
                  <a:pt x="388907" y="0"/>
                  <a:pt x="66023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
        <p:nvSpPr>
          <p:cNvPr id="6" name="Titre 1">
            <a:extLst>
              <a:ext uri="{FF2B5EF4-FFF2-40B4-BE49-F238E27FC236}">
                <a16:creationId xmlns:a16="http://schemas.microsoft.com/office/drawing/2014/main" id="{B70E2287-0F7B-4DD3-A805-DB19BBF3C716}"/>
              </a:ext>
            </a:extLst>
          </p:cNvPr>
          <p:cNvSpPr>
            <a:spLocks noGrp="1"/>
          </p:cNvSpPr>
          <p:nvPr>
            <p:ph type="title"/>
          </p:nvPr>
        </p:nvSpPr>
        <p:spPr>
          <a:xfrm>
            <a:off x="515938" y="246621"/>
            <a:ext cx="11150600" cy="920336"/>
          </a:xfrm>
        </p:spPr>
        <p:txBody>
          <a:bodyPr lIns="0" tIns="0" rIns="0" bIns="0" rtlCol="0" anchor="b">
            <a:noAutofit/>
          </a:bodyPr>
          <a:lstStyle>
            <a:lvl1pPr>
              <a:defRPr sz="3200" b="1" cap="all" baseline="0"/>
            </a:lvl1pPr>
          </a:lstStyle>
          <a:p>
            <a:pPr rtl="0"/>
            <a:r>
              <a:rPr lang="fr-FR" noProof="0"/>
              <a:t>Modifiez le style du titre</a:t>
            </a:r>
            <a:endParaRPr lang="fr-FR" noProof="0" dirty="0"/>
          </a:p>
        </p:txBody>
      </p:sp>
      <p:sp>
        <p:nvSpPr>
          <p:cNvPr id="7" name="Rectangle 6">
            <a:extLst>
              <a:ext uri="{FF2B5EF4-FFF2-40B4-BE49-F238E27FC236}">
                <a16:creationId xmlns:a16="http://schemas.microsoft.com/office/drawing/2014/main" id="{8DCE74CE-BEFF-42B3-BF3E-C41B1B1F1EE4}"/>
              </a:ext>
            </a:extLst>
          </p:cNvPr>
          <p:cNvSpPr/>
          <p:nvPr userDrawn="1"/>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solidFill>
                <a:schemeClr val="bg1"/>
              </a:solidFill>
            </a:endParaRPr>
          </a:p>
        </p:txBody>
      </p:sp>
      <p:pic>
        <p:nvPicPr>
          <p:cNvPr id="8" name="Image 7">
            <a:extLst>
              <a:ext uri="{FF2B5EF4-FFF2-40B4-BE49-F238E27FC236}">
                <a16:creationId xmlns:a16="http://schemas.microsoft.com/office/drawing/2014/main" id="{8B0944B4-FE4A-459A-85B1-3476FE6C4C49}"/>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sp>
        <p:nvSpPr>
          <p:cNvPr id="9" name="Ovale 8">
            <a:extLst>
              <a:ext uri="{FF2B5EF4-FFF2-40B4-BE49-F238E27FC236}">
                <a16:creationId xmlns:a16="http://schemas.microsoft.com/office/drawing/2014/main" id="{1B26B4BC-3D52-4C1C-85FB-226F0B5201F1}"/>
              </a:ext>
            </a:extLst>
          </p:cNvPr>
          <p:cNvSpPr/>
          <p:nvPr userDrawn="1"/>
        </p:nvSpPr>
        <p:spPr>
          <a:xfrm>
            <a:off x="11371669" y="6409397"/>
            <a:ext cx="280051" cy="280051"/>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
        <p:nvSpPr>
          <p:cNvPr id="10" name="Espace réservé du numéro de diapositive 5">
            <a:extLst>
              <a:ext uri="{FF2B5EF4-FFF2-40B4-BE49-F238E27FC236}">
                <a16:creationId xmlns:a16="http://schemas.microsoft.com/office/drawing/2014/main" id="{CEC6B25A-6AA2-46A7-84BE-5C907CA51B02}"/>
              </a:ext>
            </a:extLst>
          </p:cNvPr>
          <p:cNvSpPr>
            <a:spLocks noGrp="1"/>
          </p:cNvSpPr>
          <p:nvPr>
            <p:ph type="sldNum" sz="quarter" idx="12"/>
          </p:nvPr>
        </p:nvSpPr>
        <p:spPr>
          <a:xfrm>
            <a:off x="11363696" y="6455739"/>
            <a:ext cx="294460" cy="187367"/>
          </a:xfrm>
        </p:spPr>
        <p:txBody>
          <a:bodyPr lIns="0" tIns="0" rIns="0" bIns="0" rtlCol="0"/>
          <a:lstStyle>
            <a:lvl1pPr algn="ctr">
              <a:defRPr sz="900">
                <a:solidFill>
                  <a:schemeClr val="bg1"/>
                </a:solidFill>
                <a:latin typeface="+mn-lt"/>
              </a:defRPr>
            </a:lvl1pPr>
          </a:lstStyle>
          <a:p>
            <a:pPr rtl="0"/>
            <a:fld id="{9EC71654-96A5-4280-94F3-931C61A9F92C}" type="slidenum">
              <a:rPr lang="fr-FR" noProof="0" smtClean="0"/>
              <a:pPr rtl="0"/>
              <a:t>‹N°›</a:t>
            </a:fld>
            <a:endParaRPr lang="fr-FR" noProof="0" dirty="0"/>
          </a:p>
        </p:txBody>
      </p:sp>
      <p:sp>
        <p:nvSpPr>
          <p:cNvPr id="3" name="Espace réservé d’image 2">
            <a:extLst>
              <a:ext uri="{FF2B5EF4-FFF2-40B4-BE49-F238E27FC236}">
                <a16:creationId xmlns:a16="http://schemas.microsoft.com/office/drawing/2014/main" id="{B1B995BE-66C2-4379-885F-4BE069DA39E4}"/>
              </a:ext>
            </a:extLst>
          </p:cNvPr>
          <p:cNvSpPr>
            <a:spLocks noGrp="1"/>
          </p:cNvSpPr>
          <p:nvPr>
            <p:ph type="pic" sz="quarter" idx="13"/>
          </p:nvPr>
        </p:nvSpPr>
        <p:spPr>
          <a:xfrm>
            <a:off x="1103638" y="1848535"/>
            <a:ext cx="1430337" cy="1430337"/>
          </a:xfrm>
          <a:prstGeom prst="ellipse">
            <a:avLst/>
          </a:prstGeom>
          <a:solidFill>
            <a:schemeClr val="bg2"/>
          </a:solidFill>
        </p:spPr>
        <p:txBody>
          <a:bodyPr rtlCol="0" anchor="ctr">
            <a:normAutofit/>
          </a:bodyPr>
          <a:lstStyle>
            <a:lvl1pPr marL="0" indent="0" algn="ctr">
              <a:buNone/>
              <a:defRPr sz="2000"/>
            </a:lvl1pPr>
          </a:lstStyle>
          <a:p>
            <a:pPr rtl="0"/>
            <a:r>
              <a:rPr lang="fr-FR" noProof="0"/>
              <a:t>Cliquez sur l'icône pour ajouter une image</a:t>
            </a:r>
            <a:endParaRPr lang="fr-FR" noProof="0" dirty="0"/>
          </a:p>
        </p:txBody>
      </p:sp>
      <p:sp>
        <p:nvSpPr>
          <p:cNvPr id="11" name="Espace réservé d’image 2">
            <a:extLst>
              <a:ext uri="{FF2B5EF4-FFF2-40B4-BE49-F238E27FC236}">
                <a16:creationId xmlns:a16="http://schemas.microsoft.com/office/drawing/2014/main" id="{9B56B6C6-9F3C-4E80-BBAD-280E697B895C}"/>
              </a:ext>
            </a:extLst>
          </p:cNvPr>
          <p:cNvSpPr>
            <a:spLocks noGrp="1"/>
          </p:cNvSpPr>
          <p:nvPr>
            <p:ph type="pic" sz="quarter" idx="14"/>
          </p:nvPr>
        </p:nvSpPr>
        <p:spPr>
          <a:xfrm>
            <a:off x="3957037" y="1848535"/>
            <a:ext cx="1430337" cy="1430337"/>
          </a:xfrm>
          <a:prstGeom prst="ellipse">
            <a:avLst/>
          </a:prstGeom>
          <a:solidFill>
            <a:schemeClr val="bg2"/>
          </a:solidFill>
        </p:spPr>
        <p:txBody>
          <a:bodyPr rtlCol="0" anchor="ctr">
            <a:normAutofit/>
          </a:bodyPr>
          <a:lstStyle>
            <a:lvl1pPr marL="0" indent="0" algn="ctr">
              <a:buNone/>
              <a:defRPr sz="2000"/>
            </a:lvl1pPr>
          </a:lstStyle>
          <a:p>
            <a:pPr rtl="0"/>
            <a:r>
              <a:rPr lang="fr-FR" noProof="0"/>
              <a:t>Cliquez sur l'icône pour ajouter une image</a:t>
            </a:r>
            <a:endParaRPr lang="fr-FR" noProof="0" dirty="0"/>
          </a:p>
        </p:txBody>
      </p:sp>
      <p:sp>
        <p:nvSpPr>
          <p:cNvPr id="12" name="Espace réservé d’image 2">
            <a:extLst>
              <a:ext uri="{FF2B5EF4-FFF2-40B4-BE49-F238E27FC236}">
                <a16:creationId xmlns:a16="http://schemas.microsoft.com/office/drawing/2014/main" id="{54704160-1ED7-4B90-8963-0F887C73E94D}"/>
              </a:ext>
            </a:extLst>
          </p:cNvPr>
          <p:cNvSpPr>
            <a:spLocks noGrp="1"/>
          </p:cNvSpPr>
          <p:nvPr>
            <p:ph type="pic" sz="quarter" idx="15"/>
          </p:nvPr>
        </p:nvSpPr>
        <p:spPr>
          <a:xfrm>
            <a:off x="6795773" y="1848535"/>
            <a:ext cx="1430337" cy="1430337"/>
          </a:xfrm>
          <a:prstGeom prst="ellipse">
            <a:avLst/>
          </a:prstGeom>
          <a:solidFill>
            <a:schemeClr val="bg2"/>
          </a:solidFill>
        </p:spPr>
        <p:txBody>
          <a:bodyPr rtlCol="0" anchor="ctr">
            <a:normAutofit/>
          </a:bodyPr>
          <a:lstStyle>
            <a:lvl1pPr marL="0" indent="0" algn="ctr">
              <a:buNone/>
              <a:defRPr sz="2000"/>
            </a:lvl1pPr>
          </a:lstStyle>
          <a:p>
            <a:pPr rtl="0"/>
            <a:r>
              <a:rPr lang="fr-FR" noProof="0"/>
              <a:t>Cliquez sur l'icône pour ajouter une image</a:t>
            </a:r>
            <a:endParaRPr lang="fr-FR" noProof="0" dirty="0"/>
          </a:p>
        </p:txBody>
      </p:sp>
      <p:sp>
        <p:nvSpPr>
          <p:cNvPr id="13" name="Espace réservé d’image 2">
            <a:extLst>
              <a:ext uri="{FF2B5EF4-FFF2-40B4-BE49-F238E27FC236}">
                <a16:creationId xmlns:a16="http://schemas.microsoft.com/office/drawing/2014/main" id="{36610597-6A76-4A06-82A5-A8FFC5BAEA0F}"/>
              </a:ext>
            </a:extLst>
          </p:cNvPr>
          <p:cNvSpPr>
            <a:spLocks noGrp="1"/>
          </p:cNvSpPr>
          <p:nvPr>
            <p:ph type="pic" sz="quarter" idx="16"/>
          </p:nvPr>
        </p:nvSpPr>
        <p:spPr>
          <a:xfrm>
            <a:off x="9648156" y="1848535"/>
            <a:ext cx="1430337" cy="1430337"/>
          </a:xfrm>
          <a:prstGeom prst="ellipse">
            <a:avLst/>
          </a:prstGeom>
          <a:solidFill>
            <a:schemeClr val="bg2"/>
          </a:solidFill>
        </p:spPr>
        <p:txBody>
          <a:bodyPr rtlCol="0" anchor="ctr">
            <a:normAutofit/>
          </a:bodyPr>
          <a:lstStyle>
            <a:lvl1pPr marL="0" indent="0" algn="ctr">
              <a:buNone/>
              <a:defRPr sz="2000"/>
            </a:lvl1pPr>
          </a:lstStyle>
          <a:p>
            <a:pPr rtl="0"/>
            <a:r>
              <a:rPr lang="fr-FR" noProof="0"/>
              <a:t>Cliquez sur l'icône pour ajouter une image</a:t>
            </a:r>
            <a:endParaRPr lang="fr-FR" noProof="0" dirty="0"/>
          </a:p>
        </p:txBody>
      </p:sp>
      <p:sp>
        <p:nvSpPr>
          <p:cNvPr id="27" name="Espace réservé du contenu 2">
            <a:extLst>
              <a:ext uri="{FF2B5EF4-FFF2-40B4-BE49-F238E27FC236}">
                <a16:creationId xmlns:a16="http://schemas.microsoft.com/office/drawing/2014/main" id="{FF56D2E5-86E4-473A-A62F-B7029E5B2558}"/>
              </a:ext>
            </a:extLst>
          </p:cNvPr>
          <p:cNvSpPr>
            <a:spLocks noGrp="1"/>
          </p:cNvSpPr>
          <p:nvPr>
            <p:ph idx="1"/>
          </p:nvPr>
        </p:nvSpPr>
        <p:spPr>
          <a:xfrm>
            <a:off x="524454" y="4052306"/>
            <a:ext cx="2588705" cy="1749005"/>
          </a:xfrm>
        </p:spPr>
        <p:txBody>
          <a:bodyPr lIns="0" tIns="0" rIns="0" bIns="0" rtlCol="0">
            <a:no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rtl="0"/>
            <a:r>
              <a:rPr lang="fr-FR" noProof="0"/>
              <a:t>Cliquez pour modifier les styles du texte du masque</a:t>
            </a:r>
          </a:p>
        </p:txBody>
      </p:sp>
      <p:sp>
        <p:nvSpPr>
          <p:cNvPr id="28" name="Espace réservé du contenu 2">
            <a:extLst>
              <a:ext uri="{FF2B5EF4-FFF2-40B4-BE49-F238E27FC236}">
                <a16:creationId xmlns:a16="http://schemas.microsoft.com/office/drawing/2014/main" id="{93934E34-6CC7-492D-9515-EBEC72EFF4CB}"/>
              </a:ext>
            </a:extLst>
          </p:cNvPr>
          <p:cNvSpPr>
            <a:spLocks noGrp="1"/>
          </p:cNvSpPr>
          <p:nvPr>
            <p:ph idx="17" hasCustomPrompt="1"/>
          </p:nvPr>
        </p:nvSpPr>
        <p:spPr>
          <a:xfrm>
            <a:off x="524454" y="3539268"/>
            <a:ext cx="2588705" cy="495389"/>
          </a:xfrm>
        </p:spPr>
        <p:txBody>
          <a:bodyPr lIns="0" tIns="0" rIns="0" bIns="0" rtlCol="0" anchor="ctr">
            <a:noAutofit/>
          </a:bodyPr>
          <a:lstStyle>
            <a:lvl1pPr marL="0" indent="0" algn="ctr">
              <a:buNone/>
              <a:defRPr sz="1600" b="1" cap="all" baseline="0">
                <a:solidFill>
                  <a:srgbClr val="0D1D5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rtl="0"/>
            <a:r>
              <a:rPr lang="fr-FR" noProof="0" dirty="0"/>
              <a:t>Cadre 01</a:t>
            </a:r>
          </a:p>
        </p:txBody>
      </p:sp>
      <p:sp>
        <p:nvSpPr>
          <p:cNvPr id="29" name="Espace réservé du contenu 2">
            <a:extLst>
              <a:ext uri="{FF2B5EF4-FFF2-40B4-BE49-F238E27FC236}">
                <a16:creationId xmlns:a16="http://schemas.microsoft.com/office/drawing/2014/main" id="{E4E27467-A1AA-4773-AAB5-A96267FBD712}"/>
              </a:ext>
            </a:extLst>
          </p:cNvPr>
          <p:cNvSpPr>
            <a:spLocks noGrp="1"/>
          </p:cNvSpPr>
          <p:nvPr>
            <p:ph idx="18"/>
          </p:nvPr>
        </p:nvSpPr>
        <p:spPr>
          <a:xfrm>
            <a:off x="3377853" y="4052306"/>
            <a:ext cx="2588705" cy="1749005"/>
          </a:xfrm>
        </p:spPr>
        <p:txBody>
          <a:bodyPr lIns="0" tIns="0" rIns="0" bIns="0" rtlCol="0">
            <a:no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rtl="0"/>
            <a:r>
              <a:rPr lang="fr-FR" noProof="0"/>
              <a:t>Cliquez pour modifier les styles du texte du masque</a:t>
            </a:r>
          </a:p>
        </p:txBody>
      </p:sp>
      <p:sp>
        <p:nvSpPr>
          <p:cNvPr id="30" name="Espace réservé du contenu 2">
            <a:extLst>
              <a:ext uri="{FF2B5EF4-FFF2-40B4-BE49-F238E27FC236}">
                <a16:creationId xmlns:a16="http://schemas.microsoft.com/office/drawing/2014/main" id="{6CABD5EB-4A8B-448B-8ED1-B8B420815B2D}"/>
              </a:ext>
            </a:extLst>
          </p:cNvPr>
          <p:cNvSpPr>
            <a:spLocks noGrp="1"/>
          </p:cNvSpPr>
          <p:nvPr>
            <p:ph idx="19" hasCustomPrompt="1"/>
          </p:nvPr>
        </p:nvSpPr>
        <p:spPr>
          <a:xfrm>
            <a:off x="3377853" y="3539268"/>
            <a:ext cx="2588705" cy="495389"/>
          </a:xfrm>
        </p:spPr>
        <p:txBody>
          <a:bodyPr lIns="0" tIns="0" rIns="0" bIns="0" rtlCol="0" anchor="ctr">
            <a:noAutofit/>
          </a:bodyPr>
          <a:lstStyle>
            <a:lvl1pPr marL="0" indent="0" algn="ctr">
              <a:buNone/>
              <a:defRPr sz="1600" b="1" cap="all" baseline="0">
                <a:solidFill>
                  <a:srgbClr val="0D1D5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rtl="0"/>
            <a:r>
              <a:rPr lang="fr-FR" noProof="0" dirty="0"/>
              <a:t>Cadre 01</a:t>
            </a:r>
          </a:p>
        </p:txBody>
      </p:sp>
      <p:sp>
        <p:nvSpPr>
          <p:cNvPr id="31" name="Espace réservé du contenu 2">
            <a:extLst>
              <a:ext uri="{FF2B5EF4-FFF2-40B4-BE49-F238E27FC236}">
                <a16:creationId xmlns:a16="http://schemas.microsoft.com/office/drawing/2014/main" id="{0D86883C-E501-47FF-AE1A-E9CE8B71B421}"/>
              </a:ext>
            </a:extLst>
          </p:cNvPr>
          <p:cNvSpPr>
            <a:spLocks noGrp="1"/>
          </p:cNvSpPr>
          <p:nvPr>
            <p:ph idx="20"/>
          </p:nvPr>
        </p:nvSpPr>
        <p:spPr>
          <a:xfrm>
            <a:off x="6216589" y="4052306"/>
            <a:ext cx="2588705" cy="1749005"/>
          </a:xfrm>
        </p:spPr>
        <p:txBody>
          <a:bodyPr lIns="0" tIns="0" rIns="0" bIns="0" rtlCol="0">
            <a:no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rtl="0"/>
            <a:r>
              <a:rPr lang="fr-FR" noProof="0"/>
              <a:t>Cliquez pour modifier les styles du texte du masque</a:t>
            </a:r>
          </a:p>
        </p:txBody>
      </p:sp>
      <p:sp>
        <p:nvSpPr>
          <p:cNvPr id="32" name="Espace réservé du contenu 2">
            <a:extLst>
              <a:ext uri="{FF2B5EF4-FFF2-40B4-BE49-F238E27FC236}">
                <a16:creationId xmlns:a16="http://schemas.microsoft.com/office/drawing/2014/main" id="{3683A037-F698-4CC9-904D-F377D71F690F}"/>
              </a:ext>
            </a:extLst>
          </p:cNvPr>
          <p:cNvSpPr>
            <a:spLocks noGrp="1"/>
          </p:cNvSpPr>
          <p:nvPr>
            <p:ph idx="21" hasCustomPrompt="1"/>
          </p:nvPr>
        </p:nvSpPr>
        <p:spPr>
          <a:xfrm>
            <a:off x="6216589" y="3539268"/>
            <a:ext cx="2588705" cy="495389"/>
          </a:xfrm>
        </p:spPr>
        <p:txBody>
          <a:bodyPr lIns="0" tIns="0" rIns="0" bIns="0" rtlCol="0" anchor="ctr">
            <a:noAutofit/>
          </a:bodyPr>
          <a:lstStyle>
            <a:lvl1pPr marL="0" indent="0" algn="ctr">
              <a:buNone/>
              <a:defRPr sz="1600" b="1" cap="all" baseline="0">
                <a:solidFill>
                  <a:srgbClr val="0D1D5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rtl="0"/>
            <a:r>
              <a:rPr lang="fr-FR" noProof="0" dirty="0"/>
              <a:t>Cadre 01</a:t>
            </a:r>
          </a:p>
        </p:txBody>
      </p:sp>
      <p:sp>
        <p:nvSpPr>
          <p:cNvPr id="33" name="Espace réservé du contenu 2">
            <a:extLst>
              <a:ext uri="{FF2B5EF4-FFF2-40B4-BE49-F238E27FC236}">
                <a16:creationId xmlns:a16="http://schemas.microsoft.com/office/drawing/2014/main" id="{0A095594-2B82-44ED-8C9B-DA7C4D3D2872}"/>
              </a:ext>
            </a:extLst>
          </p:cNvPr>
          <p:cNvSpPr>
            <a:spLocks noGrp="1"/>
          </p:cNvSpPr>
          <p:nvPr>
            <p:ph idx="22"/>
          </p:nvPr>
        </p:nvSpPr>
        <p:spPr>
          <a:xfrm>
            <a:off x="9068972" y="4052306"/>
            <a:ext cx="2588705" cy="1749005"/>
          </a:xfrm>
        </p:spPr>
        <p:txBody>
          <a:bodyPr lIns="0" tIns="0" rIns="0" bIns="0" rtlCol="0">
            <a:no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rtl="0"/>
            <a:r>
              <a:rPr lang="fr-FR" noProof="0"/>
              <a:t>Cliquez pour modifier les styles du texte du masque</a:t>
            </a:r>
          </a:p>
        </p:txBody>
      </p:sp>
      <p:sp>
        <p:nvSpPr>
          <p:cNvPr id="34" name="Espace réservé du contenu 2">
            <a:extLst>
              <a:ext uri="{FF2B5EF4-FFF2-40B4-BE49-F238E27FC236}">
                <a16:creationId xmlns:a16="http://schemas.microsoft.com/office/drawing/2014/main" id="{54CDD46A-22ED-48F5-9B5F-13B1B5C4B320}"/>
              </a:ext>
            </a:extLst>
          </p:cNvPr>
          <p:cNvSpPr>
            <a:spLocks noGrp="1"/>
          </p:cNvSpPr>
          <p:nvPr>
            <p:ph idx="23" hasCustomPrompt="1"/>
          </p:nvPr>
        </p:nvSpPr>
        <p:spPr>
          <a:xfrm>
            <a:off x="9068972" y="3539268"/>
            <a:ext cx="2588705" cy="495389"/>
          </a:xfrm>
        </p:spPr>
        <p:txBody>
          <a:bodyPr lIns="0" tIns="0" rIns="0" bIns="0" rtlCol="0" anchor="ctr">
            <a:noAutofit/>
          </a:bodyPr>
          <a:lstStyle>
            <a:lvl1pPr marL="0" indent="0" algn="ctr">
              <a:buNone/>
              <a:defRPr sz="1600" b="1" cap="all" baseline="0">
                <a:solidFill>
                  <a:srgbClr val="0D1D5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stStyle>
          <a:p>
            <a:pPr lvl="0" rtl="0"/>
            <a:r>
              <a:rPr lang="fr-FR" noProof="0" dirty="0"/>
              <a:t>Cadre 01</a:t>
            </a:r>
          </a:p>
        </p:txBody>
      </p:sp>
    </p:spTree>
    <p:extLst>
      <p:ext uri="{BB962C8B-B14F-4D97-AF65-F5344CB8AC3E}">
        <p14:creationId xmlns:p14="http://schemas.microsoft.com/office/powerpoint/2010/main" val="38765038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erci 01">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59758E15-A93D-4FB9-843D-1490E27A151B}"/>
              </a:ext>
            </a:extLst>
          </p:cNvPr>
          <p:cNvSpPr>
            <a:spLocks noGrp="1"/>
          </p:cNvSpPr>
          <p:nvPr>
            <p:ph type="subTitle" idx="1" hasCustomPrompt="1"/>
          </p:nvPr>
        </p:nvSpPr>
        <p:spPr>
          <a:xfrm>
            <a:off x="7002130" y="4484691"/>
            <a:ext cx="4540440" cy="503167"/>
          </a:xfrm>
        </p:spPr>
        <p:txBody>
          <a:bodyPr rtlCol="0">
            <a:noAutofit/>
          </a:bodyPr>
          <a:lstStyle>
            <a:lvl1pPr marL="0" indent="0" algn="l">
              <a:buNone/>
              <a:defRPr sz="1600" b="0" cap="all"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FR" noProof="0" dirty="0"/>
              <a:t>courrier électronique</a:t>
            </a:r>
          </a:p>
        </p:txBody>
      </p:sp>
      <p:sp>
        <p:nvSpPr>
          <p:cNvPr id="13" name="Espace réservé d’image 12">
            <a:extLst>
              <a:ext uri="{FF2B5EF4-FFF2-40B4-BE49-F238E27FC236}">
                <a16:creationId xmlns:a16="http://schemas.microsoft.com/office/drawing/2014/main" id="{BCCC559D-0EC3-432C-B397-6897B366DF36}"/>
              </a:ext>
            </a:extLst>
          </p:cNvPr>
          <p:cNvSpPr>
            <a:spLocks noGrp="1"/>
          </p:cNvSpPr>
          <p:nvPr>
            <p:ph type="pic" sz="quarter" idx="10"/>
          </p:nvPr>
        </p:nvSpPr>
        <p:spPr>
          <a:xfrm>
            <a:off x="710812" y="728545"/>
            <a:ext cx="5305661" cy="5305661"/>
          </a:xfrm>
          <a:prstGeom prst="ellipse">
            <a:avLst/>
          </a:prstGeom>
          <a:solidFill>
            <a:schemeClr val="bg2"/>
          </a:solidFill>
        </p:spPr>
        <p:txBody>
          <a:bodyPr rtlCol="0" anchor="ctr"/>
          <a:lstStyle>
            <a:lvl1pPr marL="0" indent="0" algn="ctr">
              <a:buNone/>
              <a:defRPr/>
            </a:lvl1pPr>
          </a:lstStyle>
          <a:p>
            <a:pPr rtl="0"/>
            <a:r>
              <a:rPr lang="fr-FR" noProof="0"/>
              <a:t>Cliquez sur l'icône pour ajouter une image</a:t>
            </a:r>
            <a:endParaRPr lang="fr-FR" noProof="0" dirty="0"/>
          </a:p>
        </p:txBody>
      </p:sp>
      <p:grpSp>
        <p:nvGrpSpPr>
          <p:cNvPr id="14" name="Groupe 13">
            <a:extLst>
              <a:ext uri="{FF2B5EF4-FFF2-40B4-BE49-F238E27FC236}">
                <a16:creationId xmlns:a16="http://schemas.microsoft.com/office/drawing/2014/main" id="{0DC2055F-AE3F-46BE-B57E-A0F1A86D1C36}"/>
              </a:ext>
            </a:extLst>
          </p:cNvPr>
          <p:cNvGrpSpPr/>
          <p:nvPr userDrawn="1"/>
        </p:nvGrpSpPr>
        <p:grpSpPr>
          <a:xfrm>
            <a:off x="-1728305" y="-2049517"/>
            <a:ext cx="8917229" cy="10769768"/>
            <a:chOff x="11114088" y="2241550"/>
            <a:chExt cx="1905000" cy="2354263"/>
          </a:xfrm>
          <a:solidFill>
            <a:schemeClr val="bg2">
              <a:alpha val="91000"/>
            </a:schemeClr>
          </a:solidFill>
        </p:grpSpPr>
        <p:sp>
          <p:nvSpPr>
            <p:cNvPr id="15" name="Forme libre 5">
              <a:extLst>
                <a:ext uri="{FF2B5EF4-FFF2-40B4-BE49-F238E27FC236}">
                  <a16:creationId xmlns:a16="http://schemas.microsoft.com/office/drawing/2014/main" id="{C98EF042-A3B8-406D-BC16-153A989F571A}"/>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fr-FR" noProof="0" dirty="0"/>
            </a:p>
          </p:txBody>
        </p:sp>
        <p:sp>
          <p:nvSpPr>
            <p:cNvPr id="16" name="Forme libre 6">
              <a:extLst>
                <a:ext uri="{FF2B5EF4-FFF2-40B4-BE49-F238E27FC236}">
                  <a16:creationId xmlns:a16="http://schemas.microsoft.com/office/drawing/2014/main" id="{68E5FAC9-A660-4D7A-AC84-0A7C8CC3BB65}"/>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fr-FR" noProof="0" dirty="0"/>
            </a:p>
          </p:txBody>
        </p:sp>
      </p:grpSp>
      <p:pic>
        <p:nvPicPr>
          <p:cNvPr id="9" name="Image 8">
            <a:extLst>
              <a:ext uri="{FF2B5EF4-FFF2-40B4-BE49-F238E27FC236}">
                <a16:creationId xmlns:a16="http://schemas.microsoft.com/office/drawing/2014/main" id="{4FE28ACC-E44C-4381-B768-0310810E78D2}"/>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6372999" y="1844881"/>
            <a:ext cx="1745251" cy="673365"/>
          </a:xfrm>
          <a:prstGeom prst="rect">
            <a:avLst/>
          </a:prstGeom>
        </p:spPr>
      </p:pic>
      <p:cxnSp>
        <p:nvCxnSpPr>
          <p:cNvPr id="5" name="Connecteur droit 4">
            <a:extLst>
              <a:ext uri="{FF2B5EF4-FFF2-40B4-BE49-F238E27FC236}">
                <a16:creationId xmlns:a16="http://schemas.microsoft.com/office/drawing/2014/main" id="{819AFA09-F4B1-493D-BCAD-FF30C20CD1AA}"/>
              </a:ext>
            </a:extLst>
          </p:cNvPr>
          <p:cNvCxnSpPr/>
          <p:nvPr userDrawn="1"/>
        </p:nvCxnSpPr>
        <p:spPr>
          <a:xfrm>
            <a:off x="6469778" y="4233582"/>
            <a:ext cx="2532336"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Espace réservé du texte 6">
            <a:extLst>
              <a:ext uri="{FF2B5EF4-FFF2-40B4-BE49-F238E27FC236}">
                <a16:creationId xmlns:a16="http://schemas.microsoft.com/office/drawing/2014/main" id="{4E0FBE0E-A6B0-483E-93DD-5C20DA069DBC}"/>
              </a:ext>
            </a:extLst>
          </p:cNvPr>
          <p:cNvSpPr>
            <a:spLocks noGrp="1"/>
          </p:cNvSpPr>
          <p:nvPr>
            <p:ph type="body" sz="quarter" idx="11" hasCustomPrompt="1"/>
          </p:nvPr>
        </p:nvSpPr>
        <p:spPr>
          <a:xfrm>
            <a:off x="7002320" y="5012635"/>
            <a:ext cx="4533900" cy="503238"/>
          </a:xfrm>
        </p:spPr>
        <p:txBody>
          <a:bodyPr vert="horz" lIns="91440" tIns="45720" rIns="91440" bIns="45720" rtlCol="0">
            <a:noAutofit/>
          </a:bodyPr>
          <a:lstStyle>
            <a:lvl1pPr marL="0" indent="0">
              <a:buNone/>
              <a:defRPr lang="en-US" sz="1600" b="0" cap="all" baseline="0" dirty="0" smtClean="0"/>
            </a:lvl1pPr>
          </a:lstStyle>
          <a:p>
            <a:pPr marL="228600" lvl="0" indent="-228600" rtl="0"/>
            <a:r>
              <a:rPr lang="fr-FR" noProof="0" dirty="0"/>
              <a:t>Url site web ici</a:t>
            </a:r>
          </a:p>
        </p:txBody>
      </p:sp>
      <p:pic>
        <p:nvPicPr>
          <p:cNvPr id="17" name="Graphisme 16" descr="Enveloppe">
            <a:extLst>
              <a:ext uri="{FF2B5EF4-FFF2-40B4-BE49-F238E27FC236}">
                <a16:creationId xmlns:a16="http://schemas.microsoft.com/office/drawing/2014/main" id="{E5B30B87-6C2E-48F1-9026-E4F6BEA1CFE7}"/>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6541475" y="4452337"/>
            <a:ext cx="387795" cy="387795"/>
          </a:xfrm>
          <a:prstGeom prst="rect">
            <a:avLst/>
          </a:prstGeom>
        </p:spPr>
      </p:pic>
      <p:pic>
        <p:nvPicPr>
          <p:cNvPr id="18" name="Graphisme 17" descr="Réseau">
            <a:extLst>
              <a:ext uri="{FF2B5EF4-FFF2-40B4-BE49-F238E27FC236}">
                <a16:creationId xmlns:a16="http://schemas.microsoft.com/office/drawing/2014/main" id="{2DA3CFE0-4ED8-4345-A158-94E70F463E99}"/>
              </a:ext>
            </a:extLst>
          </p:cNvPr>
          <p:cNvPicPr>
            <a:picLocks noChangeAspect="1"/>
          </p:cNvPicPr>
          <p:nvPr userDrawn="1"/>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522084" y="4925640"/>
            <a:ext cx="426575" cy="426575"/>
          </a:xfrm>
          <a:prstGeom prst="rect">
            <a:avLst/>
          </a:prstGeom>
        </p:spPr>
      </p:pic>
      <p:sp>
        <p:nvSpPr>
          <p:cNvPr id="2" name="Titre 1">
            <a:extLst>
              <a:ext uri="{FF2B5EF4-FFF2-40B4-BE49-F238E27FC236}">
                <a16:creationId xmlns:a16="http://schemas.microsoft.com/office/drawing/2014/main" id="{2CE9908F-CF81-43F9-880A-401D0C0FB2ED}"/>
              </a:ext>
            </a:extLst>
          </p:cNvPr>
          <p:cNvSpPr>
            <a:spLocks noGrp="1"/>
          </p:cNvSpPr>
          <p:nvPr>
            <p:ph type="title"/>
          </p:nvPr>
        </p:nvSpPr>
        <p:spPr>
          <a:xfrm>
            <a:off x="6469778" y="3429000"/>
            <a:ext cx="5011410" cy="651448"/>
          </a:xfrm>
          <a:noFill/>
        </p:spPr>
        <p:txBody>
          <a:bodyPr wrap="square" rtlCol="0">
            <a:noAutofit/>
          </a:bodyPr>
          <a:lstStyle>
            <a:lvl1pPr>
              <a:defRPr lang="en-US" sz="6000" b="1" cap="all" baseline="0">
                <a:solidFill>
                  <a:schemeClr val="accent1"/>
                </a:solidFill>
                <a:ea typeface="+mn-ea"/>
                <a:cs typeface="+mn-cs"/>
              </a:defRPr>
            </a:lvl1pPr>
          </a:lstStyle>
          <a:p>
            <a:pPr marL="0" lvl="0" rtl="0"/>
            <a:r>
              <a:rPr lang="fr-FR" noProof="0"/>
              <a:t>Modifiez le style du titre</a:t>
            </a:r>
            <a:endParaRPr lang="fr-FR" noProof="0" dirty="0"/>
          </a:p>
        </p:txBody>
      </p:sp>
    </p:spTree>
    <p:extLst>
      <p:ext uri="{BB962C8B-B14F-4D97-AF65-F5344CB8AC3E}">
        <p14:creationId xmlns:p14="http://schemas.microsoft.com/office/powerpoint/2010/main" val="6371368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Diapositive de titre 0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6299464-ED20-4919-8B3A-2CFAE8DA2347}"/>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
        <p:nvSpPr>
          <p:cNvPr id="13" name="Espace réservé d’image 12">
            <a:extLst>
              <a:ext uri="{FF2B5EF4-FFF2-40B4-BE49-F238E27FC236}">
                <a16:creationId xmlns:a16="http://schemas.microsoft.com/office/drawing/2014/main" id="{BCCC559D-0EC3-432C-B397-6897B366DF36}"/>
              </a:ext>
            </a:extLst>
          </p:cNvPr>
          <p:cNvSpPr>
            <a:spLocks noGrp="1"/>
          </p:cNvSpPr>
          <p:nvPr>
            <p:ph type="pic" sz="quarter" idx="10"/>
          </p:nvPr>
        </p:nvSpPr>
        <p:spPr>
          <a:xfrm>
            <a:off x="710812" y="728545"/>
            <a:ext cx="5305661" cy="5305661"/>
          </a:xfrm>
          <a:prstGeom prst="ellipse">
            <a:avLst/>
          </a:prstGeom>
          <a:solidFill>
            <a:schemeClr val="bg2"/>
          </a:solidFill>
        </p:spPr>
        <p:txBody>
          <a:bodyPr rtlCol="0" anchor="ctr"/>
          <a:lstStyle>
            <a:lvl1pPr marL="0" indent="0" algn="ctr">
              <a:buNone/>
              <a:defRPr/>
            </a:lvl1pPr>
          </a:lstStyle>
          <a:p>
            <a:pPr rtl="0"/>
            <a:r>
              <a:rPr lang="fr-FR" noProof="0"/>
              <a:t>Cliquez sur l'icône pour ajouter une image</a:t>
            </a:r>
            <a:endParaRPr lang="fr-FR" noProof="0" dirty="0"/>
          </a:p>
        </p:txBody>
      </p:sp>
      <p:grpSp>
        <p:nvGrpSpPr>
          <p:cNvPr id="14" name="Groupe 13">
            <a:extLst>
              <a:ext uri="{FF2B5EF4-FFF2-40B4-BE49-F238E27FC236}">
                <a16:creationId xmlns:a16="http://schemas.microsoft.com/office/drawing/2014/main" id="{0DC2055F-AE3F-46BE-B57E-A0F1A86D1C36}"/>
              </a:ext>
            </a:extLst>
          </p:cNvPr>
          <p:cNvGrpSpPr/>
          <p:nvPr userDrawn="1"/>
        </p:nvGrpSpPr>
        <p:grpSpPr>
          <a:xfrm>
            <a:off x="-1728305" y="-2049517"/>
            <a:ext cx="8917229" cy="10769768"/>
            <a:chOff x="11114088" y="2241550"/>
            <a:chExt cx="1905000" cy="2354263"/>
          </a:xfrm>
          <a:solidFill>
            <a:schemeClr val="bg1">
              <a:alpha val="16000"/>
            </a:schemeClr>
          </a:solidFill>
        </p:grpSpPr>
        <p:sp>
          <p:nvSpPr>
            <p:cNvPr id="15" name="Forme libre 5">
              <a:extLst>
                <a:ext uri="{FF2B5EF4-FFF2-40B4-BE49-F238E27FC236}">
                  <a16:creationId xmlns:a16="http://schemas.microsoft.com/office/drawing/2014/main" id="{C98EF042-A3B8-406D-BC16-153A989F571A}"/>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fr-FR" noProof="0" dirty="0"/>
            </a:p>
          </p:txBody>
        </p:sp>
        <p:sp>
          <p:nvSpPr>
            <p:cNvPr id="16" name="Forme libre 6">
              <a:extLst>
                <a:ext uri="{FF2B5EF4-FFF2-40B4-BE49-F238E27FC236}">
                  <a16:creationId xmlns:a16="http://schemas.microsoft.com/office/drawing/2014/main" id="{68E5FAC9-A660-4D7A-AC84-0A7C8CC3BB65}"/>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fr-FR" noProof="0" dirty="0"/>
            </a:p>
          </p:txBody>
        </p:sp>
      </p:grpSp>
      <p:pic>
        <p:nvPicPr>
          <p:cNvPr id="9" name="Image 8">
            <a:extLst>
              <a:ext uri="{FF2B5EF4-FFF2-40B4-BE49-F238E27FC236}">
                <a16:creationId xmlns:a16="http://schemas.microsoft.com/office/drawing/2014/main" id="{4FE28ACC-E44C-4381-B768-0310810E78D2}"/>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0015850" y="391862"/>
            <a:ext cx="1745251" cy="673365"/>
          </a:xfrm>
          <a:prstGeom prst="rect">
            <a:avLst/>
          </a:prstGeom>
        </p:spPr>
      </p:pic>
      <p:cxnSp>
        <p:nvCxnSpPr>
          <p:cNvPr id="12" name="Connecteur droit 11">
            <a:extLst>
              <a:ext uri="{FF2B5EF4-FFF2-40B4-BE49-F238E27FC236}">
                <a16:creationId xmlns:a16="http://schemas.microsoft.com/office/drawing/2014/main" id="{77C312F4-62C2-4903-8C4B-423A8717E481}"/>
              </a:ext>
            </a:extLst>
          </p:cNvPr>
          <p:cNvCxnSpPr/>
          <p:nvPr userDrawn="1"/>
        </p:nvCxnSpPr>
        <p:spPr>
          <a:xfrm>
            <a:off x="6469778" y="4233582"/>
            <a:ext cx="253233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19" name="Graphisme 18" descr="Enveloppe">
            <a:extLst>
              <a:ext uri="{FF2B5EF4-FFF2-40B4-BE49-F238E27FC236}">
                <a16:creationId xmlns:a16="http://schemas.microsoft.com/office/drawing/2014/main" id="{A686352B-226C-4579-B831-0DC14EC3895E}"/>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6541475" y="4452337"/>
            <a:ext cx="387795" cy="387795"/>
          </a:xfrm>
          <a:prstGeom prst="rect">
            <a:avLst/>
          </a:prstGeom>
        </p:spPr>
      </p:pic>
      <p:pic>
        <p:nvPicPr>
          <p:cNvPr id="20" name="Graphisme 19" descr="Réseau">
            <a:extLst>
              <a:ext uri="{FF2B5EF4-FFF2-40B4-BE49-F238E27FC236}">
                <a16:creationId xmlns:a16="http://schemas.microsoft.com/office/drawing/2014/main" id="{460C8169-012B-451A-A6C2-6FEC0DC82AFC}"/>
              </a:ext>
            </a:extLst>
          </p:cNvPr>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6522084" y="4925640"/>
            <a:ext cx="426575" cy="426575"/>
          </a:xfrm>
          <a:prstGeom prst="rect">
            <a:avLst/>
          </a:prstGeom>
        </p:spPr>
      </p:pic>
      <p:sp>
        <p:nvSpPr>
          <p:cNvPr id="21" name="Sous-titre 2">
            <a:extLst>
              <a:ext uri="{FF2B5EF4-FFF2-40B4-BE49-F238E27FC236}">
                <a16:creationId xmlns:a16="http://schemas.microsoft.com/office/drawing/2014/main" id="{ADF17BC1-06CE-42EA-A970-31A7ED871AA4}"/>
              </a:ext>
            </a:extLst>
          </p:cNvPr>
          <p:cNvSpPr>
            <a:spLocks noGrp="1"/>
          </p:cNvSpPr>
          <p:nvPr>
            <p:ph type="subTitle" idx="1" hasCustomPrompt="1"/>
          </p:nvPr>
        </p:nvSpPr>
        <p:spPr>
          <a:xfrm>
            <a:off x="7002130" y="4484691"/>
            <a:ext cx="4540440" cy="503167"/>
          </a:xfrm>
        </p:spPr>
        <p:txBody>
          <a:bodyPr rtlCol="0">
            <a:noAutofit/>
          </a:bodyPr>
          <a:lstStyle>
            <a:lvl1pPr marL="0" indent="0" algn="l">
              <a:buNone/>
              <a:defRPr sz="1600" b="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FR" noProof="0" dirty="0"/>
              <a:t>courrier électronique</a:t>
            </a:r>
          </a:p>
        </p:txBody>
      </p:sp>
      <p:sp>
        <p:nvSpPr>
          <p:cNvPr id="22" name="Espace réservé du texte 6">
            <a:extLst>
              <a:ext uri="{FF2B5EF4-FFF2-40B4-BE49-F238E27FC236}">
                <a16:creationId xmlns:a16="http://schemas.microsoft.com/office/drawing/2014/main" id="{7035F1B3-4E91-44FF-B4E7-E5D87C7A034C}"/>
              </a:ext>
            </a:extLst>
          </p:cNvPr>
          <p:cNvSpPr>
            <a:spLocks noGrp="1"/>
          </p:cNvSpPr>
          <p:nvPr>
            <p:ph type="body" sz="quarter" idx="11" hasCustomPrompt="1"/>
          </p:nvPr>
        </p:nvSpPr>
        <p:spPr>
          <a:xfrm>
            <a:off x="7002320" y="5012635"/>
            <a:ext cx="4533900" cy="503238"/>
          </a:xfrm>
        </p:spPr>
        <p:txBody>
          <a:bodyPr vert="horz" lIns="91440" tIns="45720" rIns="91440" bIns="45720" rtlCol="0">
            <a:noAutofit/>
          </a:bodyPr>
          <a:lstStyle>
            <a:lvl1pPr marL="0" indent="0">
              <a:buNone/>
              <a:defRPr lang="en-US" sz="1600" b="0" cap="all" baseline="0" dirty="0" smtClean="0">
                <a:solidFill>
                  <a:schemeClr val="bg1"/>
                </a:solidFill>
              </a:defRPr>
            </a:lvl1pPr>
          </a:lstStyle>
          <a:p>
            <a:pPr marL="228600" lvl="0" indent="-228600" rtl="0"/>
            <a:r>
              <a:rPr lang="fr-FR" noProof="0" dirty="0"/>
              <a:t>Url site web ici</a:t>
            </a:r>
          </a:p>
        </p:txBody>
      </p:sp>
      <p:sp>
        <p:nvSpPr>
          <p:cNvPr id="18" name="Titre 1">
            <a:extLst>
              <a:ext uri="{FF2B5EF4-FFF2-40B4-BE49-F238E27FC236}">
                <a16:creationId xmlns:a16="http://schemas.microsoft.com/office/drawing/2014/main" id="{525B5135-F466-4A63-A42C-3BB2BAA7D24D}"/>
              </a:ext>
            </a:extLst>
          </p:cNvPr>
          <p:cNvSpPr>
            <a:spLocks noGrp="1"/>
          </p:cNvSpPr>
          <p:nvPr>
            <p:ph type="title"/>
          </p:nvPr>
        </p:nvSpPr>
        <p:spPr>
          <a:xfrm>
            <a:off x="6469778" y="3158641"/>
            <a:ext cx="5011410" cy="921807"/>
          </a:xfrm>
          <a:noFill/>
        </p:spPr>
        <p:txBody>
          <a:bodyPr wrap="square" rtlCol="0">
            <a:noAutofit/>
          </a:bodyPr>
          <a:lstStyle>
            <a:lvl1pPr>
              <a:defRPr lang="en-US" sz="6000" b="1" cap="all" baseline="0" dirty="0">
                <a:solidFill>
                  <a:schemeClr val="bg1"/>
                </a:solidFill>
                <a:ea typeface="+mn-ea"/>
                <a:cs typeface="+mn-cs"/>
              </a:defRPr>
            </a:lvl1pPr>
          </a:lstStyle>
          <a:p>
            <a:pPr marL="0" lvl="0" rtl="0"/>
            <a:r>
              <a:rPr lang="fr-FR" noProof="0"/>
              <a:t>Modifiez le style du titre</a:t>
            </a:r>
            <a:endParaRPr lang="fr-FR" noProof="0" dirty="0"/>
          </a:p>
        </p:txBody>
      </p:sp>
    </p:spTree>
    <p:extLst>
      <p:ext uri="{BB962C8B-B14F-4D97-AF65-F5344CB8AC3E}">
        <p14:creationId xmlns:p14="http://schemas.microsoft.com/office/powerpoint/2010/main" val="81010702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333">
          <p15:clr>
            <a:srgbClr val="FBAE40"/>
          </p15:clr>
        </p15:guide>
        <p15:guide id="4" pos="36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6299464-ED20-4919-8B3A-2CFAE8DA2347}"/>
              </a:ext>
            </a:extLst>
          </p:cNvPr>
          <p:cNvSpPr/>
          <p:nvPr userDrawn="1"/>
        </p:nvSpPr>
        <p:spPr>
          <a:xfrm>
            <a:off x="0" y="0"/>
            <a:ext cx="1219200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
        <p:nvSpPr>
          <p:cNvPr id="6" name="Ovale 5">
            <a:extLst>
              <a:ext uri="{FF2B5EF4-FFF2-40B4-BE49-F238E27FC236}">
                <a16:creationId xmlns:a16="http://schemas.microsoft.com/office/drawing/2014/main" id="{1F54E98B-AC75-484D-9121-68498EB888AA}"/>
              </a:ext>
            </a:extLst>
          </p:cNvPr>
          <p:cNvSpPr/>
          <p:nvPr userDrawn="1"/>
        </p:nvSpPr>
        <p:spPr>
          <a:xfrm>
            <a:off x="754010" y="708293"/>
            <a:ext cx="5334029" cy="5334029"/>
          </a:xfrm>
          <a:prstGeom prst="ellipse">
            <a:avLst/>
          </a:prstGeom>
          <a:solidFill>
            <a:schemeClr val="bg1">
              <a:alpha val="1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
        <p:nvSpPr>
          <p:cNvPr id="2" name="Titre 1">
            <a:extLst>
              <a:ext uri="{FF2B5EF4-FFF2-40B4-BE49-F238E27FC236}">
                <a16:creationId xmlns:a16="http://schemas.microsoft.com/office/drawing/2014/main" id="{2456FD49-C258-4333-9422-358C976A341C}"/>
              </a:ext>
            </a:extLst>
          </p:cNvPr>
          <p:cNvSpPr>
            <a:spLocks noGrp="1"/>
          </p:cNvSpPr>
          <p:nvPr>
            <p:ph type="ctrTitle" hasCustomPrompt="1"/>
          </p:nvPr>
        </p:nvSpPr>
        <p:spPr>
          <a:xfrm>
            <a:off x="6343650" y="2173288"/>
            <a:ext cx="5143500" cy="2090808"/>
          </a:xfrm>
        </p:spPr>
        <p:txBody>
          <a:bodyPr rtlCol="0" anchor="b">
            <a:noAutofit/>
          </a:bodyPr>
          <a:lstStyle>
            <a:lvl1pPr algn="l">
              <a:defRPr sz="5400" b="1" cap="all" baseline="0">
                <a:solidFill>
                  <a:schemeClr val="bg1"/>
                </a:solidFill>
                <a:latin typeface="+mj-lt"/>
              </a:defRPr>
            </a:lvl1pPr>
          </a:lstStyle>
          <a:p>
            <a:pPr rtl="0"/>
            <a:r>
              <a:rPr lang="fr-FR" noProof="0" dirty="0"/>
              <a:t>Le sous-titre vient ici</a:t>
            </a:r>
          </a:p>
        </p:txBody>
      </p:sp>
      <p:sp>
        <p:nvSpPr>
          <p:cNvPr id="3" name="Sous-titre 2">
            <a:extLst>
              <a:ext uri="{FF2B5EF4-FFF2-40B4-BE49-F238E27FC236}">
                <a16:creationId xmlns:a16="http://schemas.microsoft.com/office/drawing/2014/main" id="{59758E15-A93D-4FB9-843D-1490E27A151B}"/>
              </a:ext>
            </a:extLst>
          </p:cNvPr>
          <p:cNvSpPr>
            <a:spLocks noGrp="1"/>
          </p:cNvSpPr>
          <p:nvPr>
            <p:ph type="subTitle" idx="1"/>
          </p:nvPr>
        </p:nvSpPr>
        <p:spPr>
          <a:xfrm>
            <a:off x="6343650" y="4279971"/>
            <a:ext cx="5143500" cy="503167"/>
          </a:xfrm>
        </p:spPr>
        <p:txBody>
          <a:bodyPr rtlCol="0">
            <a:noAutofit/>
          </a:bodyPr>
          <a:lstStyle>
            <a:lvl1pPr marL="0" indent="0" algn="l">
              <a:buNone/>
              <a:defRPr sz="1800" b="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FR" noProof="0"/>
              <a:t>Modifiez le style des sous-titres du masque</a:t>
            </a:r>
            <a:endParaRPr lang="fr-FR" noProof="0" dirty="0"/>
          </a:p>
        </p:txBody>
      </p:sp>
      <p:grpSp>
        <p:nvGrpSpPr>
          <p:cNvPr id="14" name="Groupe 13">
            <a:extLst>
              <a:ext uri="{FF2B5EF4-FFF2-40B4-BE49-F238E27FC236}">
                <a16:creationId xmlns:a16="http://schemas.microsoft.com/office/drawing/2014/main" id="{0DC2055F-AE3F-46BE-B57E-A0F1A86D1C36}"/>
              </a:ext>
            </a:extLst>
          </p:cNvPr>
          <p:cNvGrpSpPr/>
          <p:nvPr userDrawn="1"/>
        </p:nvGrpSpPr>
        <p:grpSpPr>
          <a:xfrm>
            <a:off x="-1728305" y="-2049517"/>
            <a:ext cx="8917229" cy="10769768"/>
            <a:chOff x="11114088" y="2241550"/>
            <a:chExt cx="1905000" cy="2354263"/>
          </a:xfrm>
          <a:solidFill>
            <a:schemeClr val="bg1">
              <a:alpha val="16000"/>
            </a:schemeClr>
          </a:solidFill>
        </p:grpSpPr>
        <p:sp>
          <p:nvSpPr>
            <p:cNvPr id="15" name="Forme libre 5">
              <a:extLst>
                <a:ext uri="{FF2B5EF4-FFF2-40B4-BE49-F238E27FC236}">
                  <a16:creationId xmlns:a16="http://schemas.microsoft.com/office/drawing/2014/main" id="{C98EF042-A3B8-406D-BC16-153A989F571A}"/>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fr-FR" noProof="0" dirty="0"/>
            </a:p>
          </p:txBody>
        </p:sp>
        <p:sp>
          <p:nvSpPr>
            <p:cNvPr id="16" name="Forme libre 6">
              <a:extLst>
                <a:ext uri="{FF2B5EF4-FFF2-40B4-BE49-F238E27FC236}">
                  <a16:creationId xmlns:a16="http://schemas.microsoft.com/office/drawing/2014/main" id="{68E5FAC9-A660-4D7A-AC84-0A7C8CC3BB65}"/>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fr-FR" noProof="0" dirty="0"/>
            </a:p>
          </p:txBody>
        </p:sp>
      </p:grpSp>
      <p:pic>
        <p:nvPicPr>
          <p:cNvPr id="9" name="Image 8">
            <a:extLst>
              <a:ext uri="{FF2B5EF4-FFF2-40B4-BE49-F238E27FC236}">
                <a16:creationId xmlns:a16="http://schemas.microsoft.com/office/drawing/2014/main" id="{4FE28ACC-E44C-4381-B768-0310810E78D2}"/>
              </a:ext>
            </a:extLst>
          </p:cNvPr>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10015850" y="391862"/>
            <a:ext cx="1745251" cy="673365"/>
          </a:xfrm>
          <a:prstGeom prst="rect">
            <a:avLst/>
          </a:prstGeom>
        </p:spPr>
      </p:pic>
      <p:cxnSp>
        <p:nvCxnSpPr>
          <p:cNvPr id="5" name="Connecteur droit 4">
            <a:extLst>
              <a:ext uri="{FF2B5EF4-FFF2-40B4-BE49-F238E27FC236}">
                <a16:creationId xmlns:a16="http://schemas.microsoft.com/office/drawing/2014/main" id="{819AFA09-F4B1-493D-BCAD-FF30C20CD1AA}"/>
              </a:ext>
            </a:extLst>
          </p:cNvPr>
          <p:cNvCxnSpPr/>
          <p:nvPr userDrawn="1"/>
        </p:nvCxnSpPr>
        <p:spPr>
          <a:xfrm>
            <a:off x="6469778" y="4233582"/>
            <a:ext cx="2532336"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905788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7333">
          <p15:clr>
            <a:srgbClr val="FBAE40"/>
          </p15:clr>
        </p15:guide>
        <p15:guide id="4" pos="36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tête de sec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9087E09-D75F-4E26-B01E-A1A09BA2EA70}"/>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
        <p:nvSpPr>
          <p:cNvPr id="2" name="Titre 1">
            <a:extLst>
              <a:ext uri="{FF2B5EF4-FFF2-40B4-BE49-F238E27FC236}">
                <a16:creationId xmlns:a16="http://schemas.microsoft.com/office/drawing/2014/main" id="{AF7A70B7-7ADE-4E0B-B956-363B0B1AA613}"/>
              </a:ext>
            </a:extLst>
          </p:cNvPr>
          <p:cNvSpPr>
            <a:spLocks noGrp="1"/>
          </p:cNvSpPr>
          <p:nvPr>
            <p:ph type="title"/>
          </p:nvPr>
        </p:nvSpPr>
        <p:spPr>
          <a:xfrm>
            <a:off x="831850" y="182563"/>
            <a:ext cx="10515600" cy="940181"/>
          </a:xfrm>
        </p:spPr>
        <p:txBody>
          <a:bodyPr rtlCol="0" anchor="b">
            <a:noAutofit/>
          </a:bodyPr>
          <a:lstStyle>
            <a:lvl1pPr algn="ctr">
              <a:defRPr sz="4000" b="1" cap="all" baseline="0">
                <a:solidFill>
                  <a:schemeClr val="bg1"/>
                </a:solidFill>
              </a:defRPr>
            </a:lvl1pPr>
          </a:lstStyle>
          <a:p>
            <a:pPr rtl="0"/>
            <a:r>
              <a:rPr lang="fr-FR" noProof="0"/>
              <a:t>Modifiez le style du titre</a:t>
            </a:r>
            <a:endParaRPr lang="fr-FR" noProof="0" dirty="0"/>
          </a:p>
        </p:txBody>
      </p:sp>
      <p:pic>
        <p:nvPicPr>
          <p:cNvPr id="8" name="Image 7">
            <a:extLst>
              <a:ext uri="{FF2B5EF4-FFF2-40B4-BE49-F238E27FC236}">
                <a16:creationId xmlns:a16="http://schemas.microsoft.com/office/drawing/2014/main" id="{25FC40B0-ED27-47E5-A3C2-32A8418567EE}"/>
              </a:ext>
            </a:extLst>
          </p:cNvPr>
          <p:cNvPicPr>
            <a:picLocks noChangeAspect="1"/>
          </p:cNvPicPr>
          <p:nvPr userDrawn="1"/>
        </p:nvPicPr>
        <p:blipFill>
          <a:blip r:embed="rId2">
            <a:biLevel thresh="25000"/>
            <a:extLst>
              <a:ext uri="{28A0092B-C50C-407E-A947-70E740481C1C}">
                <a14:useLocalDpi xmlns:a14="http://schemas.microsoft.com/office/drawing/2010/main"/>
              </a:ext>
            </a:extLst>
          </a:blip>
          <a:stretch>
            <a:fillRect/>
          </a:stretch>
        </p:blipFill>
        <p:spPr>
          <a:xfrm>
            <a:off x="469638" y="6260507"/>
            <a:ext cx="1075427" cy="414929"/>
          </a:xfrm>
          <a:prstGeom prst="rect">
            <a:avLst/>
          </a:prstGeom>
        </p:spPr>
      </p:pic>
      <p:sp>
        <p:nvSpPr>
          <p:cNvPr id="11" name="Ovale 10">
            <a:extLst>
              <a:ext uri="{FF2B5EF4-FFF2-40B4-BE49-F238E27FC236}">
                <a16:creationId xmlns:a16="http://schemas.microsoft.com/office/drawing/2014/main" id="{8931D2A9-0B92-4197-8802-80424C14EA7E}"/>
              </a:ext>
            </a:extLst>
          </p:cNvPr>
          <p:cNvSpPr/>
          <p:nvPr userDrawn="1"/>
        </p:nvSpPr>
        <p:spPr>
          <a:xfrm>
            <a:off x="11371669" y="6409397"/>
            <a:ext cx="280051" cy="280051"/>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
        <p:nvSpPr>
          <p:cNvPr id="6" name="Espace réservé du numéro de diapositive 5">
            <a:extLst>
              <a:ext uri="{FF2B5EF4-FFF2-40B4-BE49-F238E27FC236}">
                <a16:creationId xmlns:a16="http://schemas.microsoft.com/office/drawing/2014/main" id="{533B74B0-30B9-45C2-9AE6-45D1978AAFAE}"/>
              </a:ext>
            </a:extLst>
          </p:cNvPr>
          <p:cNvSpPr>
            <a:spLocks noGrp="1"/>
          </p:cNvSpPr>
          <p:nvPr>
            <p:ph type="sldNum" sz="quarter" idx="12"/>
          </p:nvPr>
        </p:nvSpPr>
        <p:spPr>
          <a:xfrm>
            <a:off x="11363696" y="6455739"/>
            <a:ext cx="294460" cy="187367"/>
          </a:xfrm>
        </p:spPr>
        <p:txBody>
          <a:bodyPr lIns="0" tIns="0" rIns="0" bIns="0" rtlCol="0"/>
          <a:lstStyle>
            <a:lvl1pPr algn="ctr">
              <a:defRPr sz="900">
                <a:solidFill>
                  <a:srgbClr val="2C567A"/>
                </a:solidFill>
                <a:latin typeface="+mn-lt"/>
              </a:defRPr>
            </a:lvl1pPr>
          </a:lstStyle>
          <a:p>
            <a:pPr rtl="0"/>
            <a:fld id="{9EC71654-96A5-4280-94F3-931C61A9F92C}" type="slidenum">
              <a:rPr lang="fr-FR" noProof="0" smtClean="0"/>
              <a:pPr rtl="0"/>
              <a:t>‹N°›</a:t>
            </a:fld>
            <a:endParaRPr lang="fr-FR" noProof="0" dirty="0"/>
          </a:p>
        </p:txBody>
      </p:sp>
      <p:grpSp>
        <p:nvGrpSpPr>
          <p:cNvPr id="4" name="Groupe 3">
            <a:extLst>
              <a:ext uri="{FF2B5EF4-FFF2-40B4-BE49-F238E27FC236}">
                <a16:creationId xmlns:a16="http://schemas.microsoft.com/office/drawing/2014/main" id="{AD5251EA-F450-4DD1-995B-DC89513424C8}"/>
              </a:ext>
            </a:extLst>
          </p:cNvPr>
          <p:cNvGrpSpPr/>
          <p:nvPr userDrawn="1"/>
        </p:nvGrpSpPr>
        <p:grpSpPr>
          <a:xfrm rot="16200000">
            <a:off x="1637386" y="1473117"/>
            <a:ext cx="8917229" cy="10769768"/>
            <a:chOff x="-1728305" y="-2049517"/>
            <a:chExt cx="8917229" cy="10769768"/>
          </a:xfrm>
        </p:grpSpPr>
        <p:sp>
          <p:nvSpPr>
            <p:cNvPr id="17" name="Ovale 16">
              <a:extLst>
                <a:ext uri="{FF2B5EF4-FFF2-40B4-BE49-F238E27FC236}">
                  <a16:creationId xmlns:a16="http://schemas.microsoft.com/office/drawing/2014/main" id="{44882F4E-E8C8-46FE-A9C8-7B79782767F6}"/>
                </a:ext>
              </a:extLst>
            </p:cNvPr>
            <p:cNvSpPr/>
            <p:nvPr userDrawn="1"/>
          </p:nvSpPr>
          <p:spPr>
            <a:xfrm>
              <a:off x="754010" y="708293"/>
              <a:ext cx="5334029" cy="5334029"/>
            </a:xfrm>
            <a:prstGeom prst="ellipse">
              <a:avLst/>
            </a:prstGeom>
            <a:solidFill>
              <a:schemeClr val="bg1">
                <a:alpha val="1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grpSp>
          <p:nvGrpSpPr>
            <p:cNvPr id="18" name="Groupe 17">
              <a:extLst>
                <a:ext uri="{FF2B5EF4-FFF2-40B4-BE49-F238E27FC236}">
                  <a16:creationId xmlns:a16="http://schemas.microsoft.com/office/drawing/2014/main" id="{965CD13B-04FB-40D5-AF62-2F43CF49BA9B}"/>
                </a:ext>
              </a:extLst>
            </p:cNvPr>
            <p:cNvGrpSpPr/>
            <p:nvPr userDrawn="1"/>
          </p:nvGrpSpPr>
          <p:grpSpPr>
            <a:xfrm>
              <a:off x="-1728305" y="-2049517"/>
              <a:ext cx="8917229" cy="10769768"/>
              <a:chOff x="11114088" y="2241550"/>
              <a:chExt cx="1905000" cy="2354263"/>
            </a:xfrm>
            <a:solidFill>
              <a:schemeClr val="bg1">
                <a:alpha val="16000"/>
              </a:schemeClr>
            </a:solidFill>
          </p:grpSpPr>
          <p:sp>
            <p:nvSpPr>
              <p:cNvPr id="19" name="Forme libre 5">
                <a:extLst>
                  <a:ext uri="{FF2B5EF4-FFF2-40B4-BE49-F238E27FC236}">
                    <a16:creationId xmlns:a16="http://schemas.microsoft.com/office/drawing/2014/main" id="{01876F8F-C11E-4FB2-8150-1F0602752F97}"/>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fr-FR" noProof="0" dirty="0"/>
              </a:p>
            </p:txBody>
          </p:sp>
          <p:sp>
            <p:nvSpPr>
              <p:cNvPr id="20" name="Forme libre 6">
                <a:extLst>
                  <a:ext uri="{FF2B5EF4-FFF2-40B4-BE49-F238E27FC236}">
                    <a16:creationId xmlns:a16="http://schemas.microsoft.com/office/drawing/2014/main" id="{08A1D05F-5F61-4156-8C83-1A002AA1E886}"/>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fr-FR" noProof="0" dirty="0"/>
              </a:p>
            </p:txBody>
          </p:sp>
        </p:grpSp>
      </p:grpSp>
      <p:sp>
        <p:nvSpPr>
          <p:cNvPr id="21" name="Espace réservé du texte 2">
            <a:extLst>
              <a:ext uri="{FF2B5EF4-FFF2-40B4-BE49-F238E27FC236}">
                <a16:creationId xmlns:a16="http://schemas.microsoft.com/office/drawing/2014/main" id="{4D77C47B-CC1E-41DA-9146-5DFD63065491}"/>
              </a:ext>
            </a:extLst>
          </p:cNvPr>
          <p:cNvSpPr>
            <a:spLocks noGrp="1"/>
          </p:cNvSpPr>
          <p:nvPr>
            <p:ph type="body" idx="1"/>
          </p:nvPr>
        </p:nvSpPr>
        <p:spPr>
          <a:xfrm>
            <a:off x="831850" y="1153348"/>
            <a:ext cx="10515600" cy="648543"/>
          </a:xfrm>
        </p:spPr>
        <p:txBody>
          <a:bodyPr rtlCol="0">
            <a:normAutofit/>
          </a:bodyPr>
          <a:lstStyle>
            <a:lvl1pPr marL="0" indent="0" algn="ctr">
              <a:buNone/>
              <a:defRPr sz="18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fr-FR" noProof="0"/>
              <a:t>Cliquez pour modifier les styles du texte du masque</a:t>
            </a:r>
          </a:p>
        </p:txBody>
      </p:sp>
    </p:spTree>
    <p:extLst>
      <p:ext uri="{BB962C8B-B14F-4D97-AF65-F5344CB8AC3E}">
        <p14:creationId xmlns:p14="http://schemas.microsoft.com/office/powerpoint/2010/main" val="42265441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grpSp>
        <p:nvGrpSpPr>
          <p:cNvPr id="22" name="Groupe 21">
            <a:extLst>
              <a:ext uri="{FF2B5EF4-FFF2-40B4-BE49-F238E27FC236}">
                <a16:creationId xmlns:a16="http://schemas.microsoft.com/office/drawing/2014/main" id="{60E0B501-22AA-4685-BE9B-A267F6F675A7}"/>
              </a:ext>
            </a:extLst>
          </p:cNvPr>
          <p:cNvGrpSpPr/>
          <p:nvPr userDrawn="1"/>
        </p:nvGrpSpPr>
        <p:grpSpPr>
          <a:xfrm rot="8650774" flipH="1" flipV="1">
            <a:off x="7430044" y="-1843126"/>
            <a:ext cx="4436224" cy="5482435"/>
            <a:chOff x="11114088" y="2241550"/>
            <a:chExt cx="1905000" cy="2354263"/>
          </a:xfrm>
          <a:solidFill>
            <a:schemeClr val="bg2">
              <a:alpha val="53000"/>
            </a:schemeClr>
          </a:solidFill>
        </p:grpSpPr>
        <p:sp>
          <p:nvSpPr>
            <p:cNvPr id="24" name="Forme libre 5">
              <a:extLst>
                <a:ext uri="{FF2B5EF4-FFF2-40B4-BE49-F238E27FC236}">
                  <a16:creationId xmlns:a16="http://schemas.microsoft.com/office/drawing/2014/main" id="{5D0E179E-CA3D-4874-9ACD-F8990F48F4BF}"/>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fr-FR" noProof="0" dirty="0"/>
            </a:p>
          </p:txBody>
        </p:sp>
        <p:sp>
          <p:nvSpPr>
            <p:cNvPr id="25" name="Forme libre 6">
              <a:extLst>
                <a:ext uri="{FF2B5EF4-FFF2-40B4-BE49-F238E27FC236}">
                  <a16:creationId xmlns:a16="http://schemas.microsoft.com/office/drawing/2014/main" id="{A9C53936-B93A-4CF6-8766-2FA93ACFEBE3}"/>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fr-FR" noProof="0" dirty="0"/>
            </a:p>
          </p:txBody>
        </p:sp>
        <p:sp>
          <p:nvSpPr>
            <p:cNvPr id="26" name="Forme libre 7">
              <a:extLst>
                <a:ext uri="{FF2B5EF4-FFF2-40B4-BE49-F238E27FC236}">
                  <a16:creationId xmlns:a16="http://schemas.microsoft.com/office/drawing/2014/main" id="{5776DEA2-5422-4F51-B359-652B71274D31}"/>
                </a:ext>
              </a:extLst>
            </p:cNvPr>
            <p:cNvSpPr>
              <a:spLocks/>
            </p:cNvSpPr>
            <p:nvPr/>
          </p:nvSpPr>
          <p:spPr bwMode="auto">
            <a:xfrm>
              <a:off x="11728451" y="3071813"/>
              <a:ext cx="306388" cy="719138"/>
            </a:xfrm>
            <a:custGeom>
              <a:avLst/>
              <a:gdLst>
                <a:gd name="T0" fmla="*/ 0 w 72"/>
                <a:gd name="T1" fmla="*/ 84 h 169"/>
                <a:gd name="T2" fmla="*/ 20 w 72"/>
                <a:gd name="T3" fmla="*/ 20 h 169"/>
                <a:gd name="T4" fmla="*/ 42 w 72"/>
                <a:gd name="T5" fmla="*/ 9 h 169"/>
                <a:gd name="T6" fmla="*/ 62 w 72"/>
                <a:gd name="T7" fmla="*/ 44 h 169"/>
                <a:gd name="T8" fmla="*/ 62 w 72"/>
                <a:gd name="T9" fmla="*/ 125 h 169"/>
                <a:gd name="T10" fmla="*/ 43 w 72"/>
                <a:gd name="T11" fmla="*/ 159 h 169"/>
                <a:gd name="T12" fmla="*/ 20 w 72"/>
                <a:gd name="T13" fmla="*/ 148 h 169"/>
                <a:gd name="T14" fmla="*/ 0 w 72"/>
                <a:gd name="T15" fmla="*/ 8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169">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fr-FR" noProof="0" dirty="0"/>
            </a:p>
          </p:txBody>
        </p:sp>
      </p:grpSp>
      <p:sp>
        <p:nvSpPr>
          <p:cNvPr id="7" name="Rectangle 6">
            <a:extLst>
              <a:ext uri="{FF2B5EF4-FFF2-40B4-BE49-F238E27FC236}">
                <a16:creationId xmlns:a16="http://schemas.microsoft.com/office/drawing/2014/main" id="{76627016-BFC4-46D4-89DB-F72E3C3461EC}"/>
              </a:ext>
            </a:extLst>
          </p:cNvPr>
          <p:cNvSpPr/>
          <p:nvPr userDrawn="1"/>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solidFill>
                <a:schemeClr val="bg1"/>
              </a:solidFill>
            </a:endParaRPr>
          </a:p>
        </p:txBody>
      </p:sp>
      <p:sp>
        <p:nvSpPr>
          <p:cNvPr id="15" name="Ovale 14">
            <a:extLst>
              <a:ext uri="{FF2B5EF4-FFF2-40B4-BE49-F238E27FC236}">
                <a16:creationId xmlns:a16="http://schemas.microsoft.com/office/drawing/2014/main" id="{EF515B4A-CB20-4847-8E00-0DD66F1FEBB4}"/>
              </a:ext>
            </a:extLst>
          </p:cNvPr>
          <p:cNvSpPr/>
          <p:nvPr userDrawn="1"/>
        </p:nvSpPr>
        <p:spPr>
          <a:xfrm>
            <a:off x="11371669" y="6409397"/>
            <a:ext cx="280051" cy="28005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
        <p:nvSpPr>
          <p:cNvPr id="16" name="Espace réservé du numéro de diapositive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6" y="6455739"/>
            <a:ext cx="294460" cy="187367"/>
          </a:xfrm>
        </p:spPr>
        <p:txBody>
          <a:bodyPr lIns="0" tIns="0" rIns="0" bIns="0" rtlCol="0"/>
          <a:lstStyle>
            <a:lvl1pPr algn="ctr">
              <a:defRPr sz="900">
                <a:solidFill>
                  <a:schemeClr val="bg1"/>
                </a:solidFill>
                <a:latin typeface="+mn-lt"/>
              </a:defRPr>
            </a:lvl1pPr>
          </a:lstStyle>
          <a:p>
            <a:pPr rtl="0"/>
            <a:fld id="{9EC71654-96A5-4280-94F3-931C61A9F92C}" type="slidenum">
              <a:rPr lang="fr-FR" noProof="0" smtClean="0"/>
              <a:pPr rtl="0"/>
              <a:t>‹N°›</a:t>
            </a:fld>
            <a:endParaRPr lang="fr-FR" noProof="0" dirty="0"/>
          </a:p>
        </p:txBody>
      </p:sp>
      <p:sp>
        <p:nvSpPr>
          <p:cNvPr id="27" name="Espace réservé du contenu 2">
            <a:extLst>
              <a:ext uri="{FF2B5EF4-FFF2-40B4-BE49-F238E27FC236}">
                <a16:creationId xmlns:a16="http://schemas.microsoft.com/office/drawing/2014/main" id="{1A1F33A2-66F7-4D85-99DD-7B00F265AC6D}"/>
              </a:ext>
            </a:extLst>
          </p:cNvPr>
          <p:cNvSpPr>
            <a:spLocks noGrp="1"/>
          </p:cNvSpPr>
          <p:nvPr>
            <p:ph idx="1"/>
          </p:nvPr>
        </p:nvSpPr>
        <p:spPr>
          <a:xfrm>
            <a:off x="515938" y="1825625"/>
            <a:ext cx="10837862" cy="4351338"/>
          </a:xfrm>
        </p:spPr>
        <p:txBody>
          <a:bodyPr rtlCol="0"/>
          <a:lstStyle/>
          <a:p>
            <a:pPr lvl="0" rtl="0"/>
            <a:r>
              <a:rPr lang="fr-FR" noProof="0"/>
              <a:t>Cliquez pour modifier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endParaRPr lang="fr-FR" noProof="0" dirty="0"/>
          </a:p>
        </p:txBody>
      </p:sp>
      <p:pic>
        <p:nvPicPr>
          <p:cNvPr id="12" name="Image 11">
            <a:extLst>
              <a:ext uri="{FF2B5EF4-FFF2-40B4-BE49-F238E27FC236}">
                <a16:creationId xmlns:a16="http://schemas.microsoft.com/office/drawing/2014/main" id="{EC2DFD46-BF74-47BA-A496-92ED1979C360}"/>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sp>
        <p:nvSpPr>
          <p:cNvPr id="13" name="Titre 1">
            <a:extLst>
              <a:ext uri="{FF2B5EF4-FFF2-40B4-BE49-F238E27FC236}">
                <a16:creationId xmlns:a16="http://schemas.microsoft.com/office/drawing/2014/main" id="{EF788279-D710-447A-9E71-4D1344575691}"/>
              </a:ext>
            </a:extLst>
          </p:cNvPr>
          <p:cNvSpPr>
            <a:spLocks noGrp="1"/>
          </p:cNvSpPr>
          <p:nvPr>
            <p:ph type="title"/>
          </p:nvPr>
        </p:nvSpPr>
        <p:spPr>
          <a:xfrm>
            <a:off x="515938" y="246621"/>
            <a:ext cx="11150600" cy="920336"/>
          </a:xfrm>
        </p:spPr>
        <p:txBody>
          <a:bodyPr lIns="0" tIns="0" rIns="0" bIns="0" rtlCol="0" anchor="b">
            <a:noAutofit/>
          </a:bodyPr>
          <a:lstStyle>
            <a:lvl1pPr>
              <a:defRPr sz="3200" b="1" cap="all" baseline="0"/>
            </a:lvl1pPr>
          </a:lstStyle>
          <a:p>
            <a:pPr rtl="0"/>
            <a:r>
              <a:rPr lang="fr-FR" noProof="0"/>
              <a:t>Modifiez le style du titre</a:t>
            </a:r>
            <a:endParaRPr lang="fr-FR" noProof="0" dirty="0"/>
          </a:p>
        </p:txBody>
      </p:sp>
    </p:spTree>
    <p:extLst>
      <p:ext uri="{BB962C8B-B14F-4D97-AF65-F5344CB8AC3E}">
        <p14:creationId xmlns:p14="http://schemas.microsoft.com/office/powerpoint/2010/main" val="37897589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eux contenus">
    <p:spTree>
      <p:nvGrpSpPr>
        <p:cNvPr id="1" name=""/>
        <p:cNvGrpSpPr/>
        <p:nvPr/>
      </p:nvGrpSpPr>
      <p:grpSpPr>
        <a:xfrm>
          <a:off x="0" y="0"/>
          <a:ext cx="0" cy="0"/>
          <a:chOff x="0" y="0"/>
          <a:chExt cx="0" cy="0"/>
        </a:xfrm>
      </p:grpSpPr>
      <p:grpSp>
        <p:nvGrpSpPr>
          <p:cNvPr id="18" name="Groupe 17">
            <a:extLst>
              <a:ext uri="{FF2B5EF4-FFF2-40B4-BE49-F238E27FC236}">
                <a16:creationId xmlns:a16="http://schemas.microsoft.com/office/drawing/2014/main" id="{C2A6B906-ACDA-40FD-8AC8-0B693AB12796}"/>
              </a:ext>
            </a:extLst>
          </p:cNvPr>
          <p:cNvGrpSpPr/>
          <p:nvPr userDrawn="1"/>
        </p:nvGrpSpPr>
        <p:grpSpPr>
          <a:xfrm rot="8650774" flipH="1" flipV="1">
            <a:off x="7430044" y="-1843126"/>
            <a:ext cx="4436224" cy="5482435"/>
            <a:chOff x="11114088" y="2241550"/>
            <a:chExt cx="1905000" cy="2354263"/>
          </a:xfrm>
          <a:solidFill>
            <a:schemeClr val="bg2">
              <a:alpha val="53000"/>
            </a:schemeClr>
          </a:solidFill>
        </p:grpSpPr>
        <p:sp>
          <p:nvSpPr>
            <p:cNvPr id="19" name="Forme libre 5">
              <a:extLst>
                <a:ext uri="{FF2B5EF4-FFF2-40B4-BE49-F238E27FC236}">
                  <a16:creationId xmlns:a16="http://schemas.microsoft.com/office/drawing/2014/main" id="{717F7366-5A99-4065-90C2-AE7DF5DD0F44}"/>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fr-FR" noProof="0" dirty="0"/>
            </a:p>
          </p:txBody>
        </p:sp>
        <p:sp>
          <p:nvSpPr>
            <p:cNvPr id="20" name="Forme libre 6">
              <a:extLst>
                <a:ext uri="{FF2B5EF4-FFF2-40B4-BE49-F238E27FC236}">
                  <a16:creationId xmlns:a16="http://schemas.microsoft.com/office/drawing/2014/main" id="{90A089CA-63B9-4456-B0B1-17C75EBFB982}"/>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fr-FR" noProof="0" dirty="0"/>
            </a:p>
          </p:txBody>
        </p:sp>
        <p:sp>
          <p:nvSpPr>
            <p:cNvPr id="22" name="Forme libre 7">
              <a:extLst>
                <a:ext uri="{FF2B5EF4-FFF2-40B4-BE49-F238E27FC236}">
                  <a16:creationId xmlns:a16="http://schemas.microsoft.com/office/drawing/2014/main" id="{8D36B2D1-BCFE-43FC-8743-7B7A30E1AD5D}"/>
                </a:ext>
              </a:extLst>
            </p:cNvPr>
            <p:cNvSpPr>
              <a:spLocks/>
            </p:cNvSpPr>
            <p:nvPr/>
          </p:nvSpPr>
          <p:spPr bwMode="auto">
            <a:xfrm>
              <a:off x="11728451" y="3071813"/>
              <a:ext cx="306388" cy="719138"/>
            </a:xfrm>
            <a:custGeom>
              <a:avLst/>
              <a:gdLst>
                <a:gd name="T0" fmla="*/ 0 w 72"/>
                <a:gd name="T1" fmla="*/ 84 h 169"/>
                <a:gd name="T2" fmla="*/ 20 w 72"/>
                <a:gd name="T3" fmla="*/ 20 h 169"/>
                <a:gd name="T4" fmla="*/ 42 w 72"/>
                <a:gd name="T5" fmla="*/ 9 h 169"/>
                <a:gd name="T6" fmla="*/ 62 w 72"/>
                <a:gd name="T7" fmla="*/ 44 h 169"/>
                <a:gd name="T8" fmla="*/ 62 w 72"/>
                <a:gd name="T9" fmla="*/ 125 h 169"/>
                <a:gd name="T10" fmla="*/ 43 w 72"/>
                <a:gd name="T11" fmla="*/ 159 h 169"/>
                <a:gd name="T12" fmla="*/ 20 w 72"/>
                <a:gd name="T13" fmla="*/ 148 h 169"/>
                <a:gd name="T14" fmla="*/ 0 w 72"/>
                <a:gd name="T15" fmla="*/ 8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169">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fr-FR" noProof="0" dirty="0"/>
            </a:p>
          </p:txBody>
        </p:sp>
      </p:grpSp>
      <p:sp>
        <p:nvSpPr>
          <p:cNvPr id="7" name="Rectangle 6">
            <a:extLst>
              <a:ext uri="{FF2B5EF4-FFF2-40B4-BE49-F238E27FC236}">
                <a16:creationId xmlns:a16="http://schemas.microsoft.com/office/drawing/2014/main" id="{76627016-BFC4-46D4-89DB-F72E3C3461EC}"/>
              </a:ext>
            </a:extLst>
          </p:cNvPr>
          <p:cNvSpPr/>
          <p:nvPr userDrawn="1"/>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solidFill>
                <a:schemeClr val="bg1"/>
              </a:solidFill>
            </a:endParaRPr>
          </a:p>
        </p:txBody>
      </p:sp>
      <p:sp>
        <p:nvSpPr>
          <p:cNvPr id="15" name="Ovale 14">
            <a:extLst>
              <a:ext uri="{FF2B5EF4-FFF2-40B4-BE49-F238E27FC236}">
                <a16:creationId xmlns:a16="http://schemas.microsoft.com/office/drawing/2014/main" id="{EF515B4A-CB20-4847-8E00-0DD66F1FEBB4}"/>
              </a:ext>
            </a:extLst>
          </p:cNvPr>
          <p:cNvSpPr/>
          <p:nvPr userDrawn="1"/>
        </p:nvSpPr>
        <p:spPr>
          <a:xfrm>
            <a:off x="11371669" y="6409397"/>
            <a:ext cx="280051" cy="28005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
        <p:nvSpPr>
          <p:cNvPr id="16" name="Espace réservé du numéro de diapositive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6" y="6455739"/>
            <a:ext cx="294460" cy="187367"/>
          </a:xfrm>
        </p:spPr>
        <p:txBody>
          <a:bodyPr lIns="0" tIns="0" rIns="0" bIns="0" rtlCol="0"/>
          <a:lstStyle>
            <a:lvl1pPr algn="ctr">
              <a:defRPr sz="900">
                <a:solidFill>
                  <a:schemeClr val="bg1"/>
                </a:solidFill>
                <a:latin typeface="+mn-lt"/>
              </a:defRPr>
            </a:lvl1pPr>
          </a:lstStyle>
          <a:p>
            <a:pPr rtl="0"/>
            <a:fld id="{9EC71654-96A5-4280-94F3-931C61A9F92C}" type="slidenum">
              <a:rPr lang="fr-FR" noProof="0" smtClean="0"/>
              <a:pPr rtl="0"/>
              <a:t>‹N°›</a:t>
            </a:fld>
            <a:endParaRPr lang="fr-FR" noProof="0" dirty="0"/>
          </a:p>
        </p:txBody>
      </p:sp>
      <p:sp>
        <p:nvSpPr>
          <p:cNvPr id="14" name="Espace réservé du contenu 2">
            <a:extLst>
              <a:ext uri="{FF2B5EF4-FFF2-40B4-BE49-F238E27FC236}">
                <a16:creationId xmlns:a16="http://schemas.microsoft.com/office/drawing/2014/main" id="{079DA8F4-EDD3-4D62-A90B-8C3C1AFB0083}"/>
              </a:ext>
            </a:extLst>
          </p:cNvPr>
          <p:cNvSpPr>
            <a:spLocks noGrp="1"/>
          </p:cNvSpPr>
          <p:nvPr>
            <p:ph sz="half" idx="1"/>
          </p:nvPr>
        </p:nvSpPr>
        <p:spPr>
          <a:xfrm>
            <a:off x="515938" y="1825625"/>
            <a:ext cx="5503862" cy="4351338"/>
          </a:xfrm>
        </p:spPr>
        <p:txBody>
          <a:bodyPr rtlCol="0"/>
          <a:lstStyle/>
          <a:p>
            <a:pPr lvl="0" rtl="0"/>
            <a:r>
              <a:rPr lang="fr-FR" noProof="0"/>
              <a:t>Cliquez pour modifier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endParaRPr lang="fr-FR" noProof="0" dirty="0"/>
          </a:p>
        </p:txBody>
      </p:sp>
      <p:sp>
        <p:nvSpPr>
          <p:cNvPr id="17" name="Espace réservé du contenu 3">
            <a:extLst>
              <a:ext uri="{FF2B5EF4-FFF2-40B4-BE49-F238E27FC236}">
                <a16:creationId xmlns:a16="http://schemas.microsoft.com/office/drawing/2014/main" id="{DA0DA994-B4A9-447A-BEBF-3EA31D3755A2}"/>
              </a:ext>
            </a:extLst>
          </p:cNvPr>
          <p:cNvSpPr>
            <a:spLocks noGrp="1"/>
          </p:cNvSpPr>
          <p:nvPr>
            <p:ph sz="half" idx="2"/>
          </p:nvPr>
        </p:nvSpPr>
        <p:spPr>
          <a:xfrm>
            <a:off x="6172200" y="1825625"/>
            <a:ext cx="5181600" cy="4351338"/>
          </a:xfrm>
        </p:spPr>
        <p:txBody>
          <a:bodyPr rtlCol="0"/>
          <a:lstStyle/>
          <a:p>
            <a:pPr lvl="0" rtl="0"/>
            <a:r>
              <a:rPr lang="fr-FR" noProof="0"/>
              <a:t>Cliquez pour modifier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endParaRPr lang="fr-FR" noProof="0" dirty="0"/>
          </a:p>
        </p:txBody>
      </p:sp>
      <p:pic>
        <p:nvPicPr>
          <p:cNvPr id="13" name="Image 12">
            <a:extLst>
              <a:ext uri="{FF2B5EF4-FFF2-40B4-BE49-F238E27FC236}">
                <a16:creationId xmlns:a16="http://schemas.microsoft.com/office/drawing/2014/main" id="{332150F9-14BF-4DCB-884D-49596914C290}"/>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sp>
        <p:nvSpPr>
          <p:cNvPr id="21" name="Titre 1">
            <a:extLst>
              <a:ext uri="{FF2B5EF4-FFF2-40B4-BE49-F238E27FC236}">
                <a16:creationId xmlns:a16="http://schemas.microsoft.com/office/drawing/2014/main" id="{19DEF115-82C2-4E9D-A22C-8DA561FB37B8}"/>
              </a:ext>
            </a:extLst>
          </p:cNvPr>
          <p:cNvSpPr>
            <a:spLocks noGrp="1"/>
          </p:cNvSpPr>
          <p:nvPr>
            <p:ph type="title"/>
          </p:nvPr>
        </p:nvSpPr>
        <p:spPr>
          <a:xfrm>
            <a:off x="515938" y="246621"/>
            <a:ext cx="11150600" cy="920336"/>
          </a:xfrm>
        </p:spPr>
        <p:txBody>
          <a:bodyPr lIns="0" tIns="0" rIns="0" bIns="0" rtlCol="0" anchor="b">
            <a:noAutofit/>
          </a:bodyPr>
          <a:lstStyle>
            <a:lvl1pPr>
              <a:defRPr sz="3200" b="1" cap="all" baseline="0"/>
            </a:lvl1pPr>
          </a:lstStyle>
          <a:p>
            <a:pPr rtl="0"/>
            <a:r>
              <a:rPr lang="fr-FR" noProof="0"/>
              <a:t>Modifiez le style du titre</a:t>
            </a:r>
            <a:endParaRPr lang="fr-FR" noProof="0" dirty="0"/>
          </a:p>
        </p:txBody>
      </p:sp>
    </p:spTree>
    <p:extLst>
      <p:ext uri="{BB962C8B-B14F-4D97-AF65-F5344CB8AC3E}">
        <p14:creationId xmlns:p14="http://schemas.microsoft.com/office/powerpoint/2010/main" val="20929342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aison">
    <p:spTree>
      <p:nvGrpSpPr>
        <p:cNvPr id="1" name=""/>
        <p:cNvGrpSpPr/>
        <p:nvPr/>
      </p:nvGrpSpPr>
      <p:grpSpPr>
        <a:xfrm>
          <a:off x="0" y="0"/>
          <a:ext cx="0" cy="0"/>
          <a:chOff x="0" y="0"/>
          <a:chExt cx="0" cy="0"/>
        </a:xfrm>
      </p:grpSpPr>
      <p:grpSp>
        <p:nvGrpSpPr>
          <p:cNvPr id="20" name="Groupe 19">
            <a:extLst>
              <a:ext uri="{FF2B5EF4-FFF2-40B4-BE49-F238E27FC236}">
                <a16:creationId xmlns:a16="http://schemas.microsoft.com/office/drawing/2014/main" id="{616F52B4-215E-4237-893C-E22B23804744}"/>
              </a:ext>
            </a:extLst>
          </p:cNvPr>
          <p:cNvGrpSpPr/>
          <p:nvPr userDrawn="1"/>
        </p:nvGrpSpPr>
        <p:grpSpPr>
          <a:xfrm rot="8650774" flipH="1" flipV="1">
            <a:off x="7430044" y="-1843126"/>
            <a:ext cx="4436224" cy="5482435"/>
            <a:chOff x="11114088" y="2241550"/>
            <a:chExt cx="1905000" cy="2354263"/>
          </a:xfrm>
          <a:solidFill>
            <a:schemeClr val="bg2">
              <a:alpha val="53000"/>
            </a:schemeClr>
          </a:solidFill>
        </p:grpSpPr>
        <p:sp>
          <p:nvSpPr>
            <p:cNvPr id="22" name="Forme libre 5">
              <a:extLst>
                <a:ext uri="{FF2B5EF4-FFF2-40B4-BE49-F238E27FC236}">
                  <a16:creationId xmlns:a16="http://schemas.microsoft.com/office/drawing/2014/main" id="{B7C40C77-B795-4B07-B92D-2E8A56635773}"/>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fr-FR" noProof="0" dirty="0"/>
            </a:p>
          </p:txBody>
        </p:sp>
        <p:sp>
          <p:nvSpPr>
            <p:cNvPr id="23" name="Forme libre 6">
              <a:extLst>
                <a:ext uri="{FF2B5EF4-FFF2-40B4-BE49-F238E27FC236}">
                  <a16:creationId xmlns:a16="http://schemas.microsoft.com/office/drawing/2014/main" id="{6E703A1E-5F10-4BB5-9D52-77CB6F5994C0}"/>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fr-FR" noProof="0" dirty="0"/>
            </a:p>
          </p:txBody>
        </p:sp>
        <p:sp>
          <p:nvSpPr>
            <p:cNvPr id="24" name="Forme libre 7">
              <a:extLst>
                <a:ext uri="{FF2B5EF4-FFF2-40B4-BE49-F238E27FC236}">
                  <a16:creationId xmlns:a16="http://schemas.microsoft.com/office/drawing/2014/main" id="{22CEE04C-09CE-41CF-937D-EC2D3C23ECC6}"/>
                </a:ext>
              </a:extLst>
            </p:cNvPr>
            <p:cNvSpPr>
              <a:spLocks/>
            </p:cNvSpPr>
            <p:nvPr/>
          </p:nvSpPr>
          <p:spPr bwMode="auto">
            <a:xfrm>
              <a:off x="11728451" y="3071813"/>
              <a:ext cx="306388" cy="719138"/>
            </a:xfrm>
            <a:custGeom>
              <a:avLst/>
              <a:gdLst>
                <a:gd name="T0" fmla="*/ 0 w 72"/>
                <a:gd name="T1" fmla="*/ 84 h 169"/>
                <a:gd name="T2" fmla="*/ 20 w 72"/>
                <a:gd name="T3" fmla="*/ 20 h 169"/>
                <a:gd name="T4" fmla="*/ 42 w 72"/>
                <a:gd name="T5" fmla="*/ 9 h 169"/>
                <a:gd name="T6" fmla="*/ 62 w 72"/>
                <a:gd name="T7" fmla="*/ 44 h 169"/>
                <a:gd name="T8" fmla="*/ 62 w 72"/>
                <a:gd name="T9" fmla="*/ 125 h 169"/>
                <a:gd name="T10" fmla="*/ 43 w 72"/>
                <a:gd name="T11" fmla="*/ 159 h 169"/>
                <a:gd name="T12" fmla="*/ 20 w 72"/>
                <a:gd name="T13" fmla="*/ 148 h 169"/>
                <a:gd name="T14" fmla="*/ 0 w 72"/>
                <a:gd name="T15" fmla="*/ 8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169">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fr-FR" noProof="0" dirty="0"/>
            </a:p>
          </p:txBody>
        </p:sp>
      </p:grpSp>
      <p:sp>
        <p:nvSpPr>
          <p:cNvPr id="7" name="Rectangle 6">
            <a:extLst>
              <a:ext uri="{FF2B5EF4-FFF2-40B4-BE49-F238E27FC236}">
                <a16:creationId xmlns:a16="http://schemas.microsoft.com/office/drawing/2014/main" id="{76627016-BFC4-46D4-89DB-F72E3C3461EC}"/>
              </a:ext>
            </a:extLst>
          </p:cNvPr>
          <p:cNvSpPr/>
          <p:nvPr userDrawn="1"/>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solidFill>
                <a:schemeClr val="bg1"/>
              </a:solidFill>
            </a:endParaRPr>
          </a:p>
        </p:txBody>
      </p:sp>
      <p:sp>
        <p:nvSpPr>
          <p:cNvPr id="15" name="Ovale 14">
            <a:extLst>
              <a:ext uri="{FF2B5EF4-FFF2-40B4-BE49-F238E27FC236}">
                <a16:creationId xmlns:a16="http://schemas.microsoft.com/office/drawing/2014/main" id="{EF515B4A-CB20-4847-8E00-0DD66F1FEBB4}"/>
              </a:ext>
            </a:extLst>
          </p:cNvPr>
          <p:cNvSpPr/>
          <p:nvPr userDrawn="1"/>
        </p:nvSpPr>
        <p:spPr>
          <a:xfrm>
            <a:off x="11371669" y="6409397"/>
            <a:ext cx="280051" cy="28005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
        <p:nvSpPr>
          <p:cNvPr id="16" name="Espace réservé du numéro de diapositive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6" y="6455739"/>
            <a:ext cx="294460" cy="187367"/>
          </a:xfrm>
        </p:spPr>
        <p:txBody>
          <a:bodyPr lIns="0" tIns="0" rIns="0" bIns="0" rtlCol="0"/>
          <a:lstStyle>
            <a:lvl1pPr algn="ctr">
              <a:defRPr sz="900">
                <a:solidFill>
                  <a:schemeClr val="bg1"/>
                </a:solidFill>
                <a:latin typeface="+mn-lt"/>
              </a:defRPr>
            </a:lvl1pPr>
          </a:lstStyle>
          <a:p>
            <a:pPr rtl="0"/>
            <a:fld id="{9EC71654-96A5-4280-94F3-931C61A9F92C}" type="slidenum">
              <a:rPr lang="fr-FR" noProof="0" smtClean="0"/>
              <a:pPr rtl="0"/>
              <a:t>‹N°›</a:t>
            </a:fld>
            <a:endParaRPr lang="fr-FR" noProof="0" dirty="0"/>
          </a:p>
        </p:txBody>
      </p:sp>
      <p:sp>
        <p:nvSpPr>
          <p:cNvPr id="14" name="Espace réservé du texte 2">
            <a:extLst>
              <a:ext uri="{FF2B5EF4-FFF2-40B4-BE49-F238E27FC236}">
                <a16:creationId xmlns:a16="http://schemas.microsoft.com/office/drawing/2014/main" id="{774CF4BA-8DCB-42CF-A2C4-D6AF95EE3F54}"/>
              </a:ext>
            </a:extLst>
          </p:cNvPr>
          <p:cNvSpPr>
            <a:spLocks noGrp="1"/>
          </p:cNvSpPr>
          <p:nvPr>
            <p:ph type="body" idx="1"/>
          </p:nvPr>
        </p:nvSpPr>
        <p:spPr>
          <a:xfrm>
            <a:off x="515938" y="1681163"/>
            <a:ext cx="5157787" cy="823912"/>
          </a:xfrm>
        </p:spPr>
        <p:txBody>
          <a:bodyPr rtlCol="0"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pour modifier les styles du texte du masque</a:t>
            </a:r>
          </a:p>
        </p:txBody>
      </p:sp>
      <p:sp>
        <p:nvSpPr>
          <p:cNvPr id="17" name="Espace réservé du contenu 3">
            <a:extLst>
              <a:ext uri="{FF2B5EF4-FFF2-40B4-BE49-F238E27FC236}">
                <a16:creationId xmlns:a16="http://schemas.microsoft.com/office/drawing/2014/main" id="{67BA8B6E-A28D-4658-8C91-6CA7BD539B85}"/>
              </a:ext>
            </a:extLst>
          </p:cNvPr>
          <p:cNvSpPr>
            <a:spLocks noGrp="1"/>
          </p:cNvSpPr>
          <p:nvPr>
            <p:ph sz="half" idx="2"/>
          </p:nvPr>
        </p:nvSpPr>
        <p:spPr>
          <a:xfrm>
            <a:off x="515938" y="2505075"/>
            <a:ext cx="5157787" cy="3684588"/>
          </a:xfrm>
        </p:spPr>
        <p:txBody>
          <a:bodyPr rtlCol="0"/>
          <a:lstStyle/>
          <a:p>
            <a:pPr lvl="0" rtl="0"/>
            <a:r>
              <a:rPr lang="fr-FR" noProof="0"/>
              <a:t>Cliquez pour modifier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endParaRPr lang="fr-FR" noProof="0" dirty="0"/>
          </a:p>
        </p:txBody>
      </p:sp>
      <p:sp>
        <p:nvSpPr>
          <p:cNvPr id="18" name="Espace réservé du texte 4">
            <a:extLst>
              <a:ext uri="{FF2B5EF4-FFF2-40B4-BE49-F238E27FC236}">
                <a16:creationId xmlns:a16="http://schemas.microsoft.com/office/drawing/2014/main" id="{F73B3215-82DB-4DBF-9E77-3AE2308C6920}"/>
              </a:ext>
            </a:extLst>
          </p:cNvPr>
          <p:cNvSpPr>
            <a:spLocks noGrp="1"/>
          </p:cNvSpPr>
          <p:nvPr>
            <p:ph type="body" sz="quarter" idx="3"/>
          </p:nvPr>
        </p:nvSpPr>
        <p:spPr>
          <a:xfrm>
            <a:off x="6172200" y="1681163"/>
            <a:ext cx="5183188" cy="823912"/>
          </a:xfrm>
        </p:spPr>
        <p:txBody>
          <a:bodyPr rtlCol="0" anchor="b"/>
          <a:lstStyle>
            <a:lvl1pPr marL="0" indent="0">
              <a:buNone/>
              <a:defRPr sz="2400" b="1">
                <a:solidFill>
                  <a:schemeClr val="accent5"/>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a:t>Cliquez pour modifier les styles du texte du masque</a:t>
            </a:r>
          </a:p>
        </p:txBody>
      </p:sp>
      <p:sp>
        <p:nvSpPr>
          <p:cNvPr id="19" name="Espace réservé du contenu 5">
            <a:extLst>
              <a:ext uri="{FF2B5EF4-FFF2-40B4-BE49-F238E27FC236}">
                <a16:creationId xmlns:a16="http://schemas.microsoft.com/office/drawing/2014/main" id="{8DFD34E8-36CC-4FFE-926B-C170208FEDB8}"/>
              </a:ext>
            </a:extLst>
          </p:cNvPr>
          <p:cNvSpPr>
            <a:spLocks noGrp="1"/>
          </p:cNvSpPr>
          <p:nvPr>
            <p:ph sz="quarter" idx="4"/>
          </p:nvPr>
        </p:nvSpPr>
        <p:spPr>
          <a:xfrm>
            <a:off x="6172200" y="2505075"/>
            <a:ext cx="5183188" cy="3684588"/>
          </a:xfrm>
        </p:spPr>
        <p:txBody>
          <a:bodyPr rtlCol="0"/>
          <a:lstStyle/>
          <a:p>
            <a:pPr lvl="0" rtl="0"/>
            <a:r>
              <a:rPr lang="fr-FR" noProof="0"/>
              <a:t>Cliquez pour modifier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endParaRPr lang="fr-FR" noProof="0" dirty="0"/>
          </a:p>
        </p:txBody>
      </p:sp>
      <p:pic>
        <p:nvPicPr>
          <p:cNvPr id="21" name="Image 20">
            <a:extLst>
              <a:ext uri="{FF2B5EF4-FFF2-40B4-BE49-F238E27FC236}">
                <a16:creationId xmlns:a16="http://schemas.microsoft.com/office/drawing/2014/main" id="{03383C6B-3BE4-4380-AF26-1C21492FCE8A}"/>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sp>
        <p:nvSpPr>
          <p:cNvPr id="25" name="Titre 1">
            <a:extLst>
              <a:ext uri="{FF2B5EF4-FFF2-40B4-BE49-F238E27FC236}">
                <a16:creationId xmlns:a16="http://schemas.microsoft.com/office/drawing/2014/main" id="{AE3770E9-CB74-47B0-8229-91F6F756015E}"/>
              </a:ext>
            </a:extLst>
          </p:cNvPr>
          <p:cNvSpPr>
            <a:spLocks noGrp="1"/>
          </p:cNvSpPr>
          <p:nvPr>
            <p:ph type="title"/>
          </p:nvPr>
        </p:nvSpPr>
        <p:spPr>
          <a:xfrm>
            <a:off x="515938" y="246621"/>
            <a:ext cx="11150600" cy="920336"/>
          </a:xfrm>
        </p:spPr>
        <p:txBody>
          <a:bodyPr lIns="0" tIns="0" rIns="0" bIns="0" rtlCol="0" anchor="b">
            <a:noAutofit/>
          </a:bodyPr>
          <a:lstStyle>
            <a:lvl1pPr>
              <a:defRPr sz="3200" b="1" cap="all" baseline="0"/>
            </a:lvl1pPr>
          </a:lstStyle>
          <a:p>
            <a:pPr rtl="0"/>
            <a:r>
              <a:rPr lang="fr-FR" noProof="0"/>
              <a:t>Modifiez le style du titre</a:t>
            </a:r>
            <a:endParaRPr lang="fr-FR" noProof="0" dirty="0"/>
          </a:p>
        </p:txBody>
      </p:sp>
    </p:spTree>
    <p:extLst>
      <p:ext uri="{BB962C8B-B14F-4D97-AF65-F5344CB8AC3E}">
        <p14:creationId xmlns:p14="http://schemas.microsoft.com/office/powerpoint/2010/main" val="24617946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mage avec légende">
    <p:spTree>
      <p:nvGrpSpPr>
        <p:cNvPr id="1" name=""/>
        <p:cNvGrpSpPr/>
        <p:nvPr/>
      </p:nvGrpSpPr>
      <p:grpSpPr>
        <a:xfrm>
          <a:off x="0" y="0"/>
          <a:ext cx="0" cy="0"/>
          <a:chOff x="0" y="0"/>
          <a:chExt cx="0" cy="0"/>
        </a:xfrm>
      </p:grpSpPr>
      <p:sp>
        <p:nvSpPr>
          <p:cNvPr id="22" name="Espace réservé d’image 21">
            <a:extLst>
              <a:ext uri="{FF2B5EF4-FFF2-40B4-BE49-F238E27FC236}">
                <a16:creationId xmlns:a16="http://schemas.microsoft.com/office/drawing/2014/main" id="{C57825D7-DD33-4B70-BBBE-D46E7A5352EC}"/>
              </a:ext>
            </a:extLst>
          </p:cNvPr>
          <p:cNvSpPr>
            <a:spLocks noGrp="1"/>
          </p:cNvSpPr>
          <p:nvPr>
            <p:ph type="pic" idx="1"/>
          </p:nvPr>
        </p:nvSpPr>
        <p:spPr>
          <a:xfrm>
            <a:off x="6096000" y="768485"/>
            <a:ext cx="5305662" cy="5305662"/>
          </a:xfrm>
          <a:custGeom>
            <a:avLst/>
            <a:gdLst>
              <a:gd name="connsiteX0" fmla="*/ 2652831 w 5305662"/>
              <a:gd name="connsiteY0" fmla="*/ 0 h 5305662"/>
              <a:gd name="connsiteX1" fmla="*/ 5305662 w 5305662"/>
              <a:gd name="connsiteY1" fmla="*/ 2652831 h 5305662"/>
              <a:gd name="connsiteX2" fmla="*/ 2652831 w 5305662"/>
              <a:gd name="connsiteY2" fmla="*/ 5305662 h 5305662"/>
              <a:gd name="connsiteX3" fmla="*/ 0 w 5305662"/>
              <a:gd name="connsiteY3" fmla="*/ 2652831 h 5305662"/>
              <a:gd name="connsiteX4" fmla="*/ 2652831 w 5305662"/>
              <a:gd name="connsiteY4" fmla="*/ 0 h 53056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05662" h="5305662">
                <a:moveTo>
                  <a:pt x="2652831" y="0"/>
                </a:moveTo>
                <a:cubicBezTo>
                  <a:pt x="4117949" y="0"/>
                  <a:pt x="5305662" y="1187713"/>
                  <a:pt x="5305662" y="2652831"/>
                </a:cubicBezTo>
                <a:cubicBezTo>
                  <a:pt x="5305662" y="4117949"/>
                  <a:pt x="4117949" y="5305662"/>
                  <a:pt x="2652831" y="5305662"/>
                </a:cubicBezTo>
                <a:cubicBezTo>
                  <a:pt x="1187713" y="5305662"/>
                  <a:pt x="0" y="4117949"/>
                  <a:pt x="0" y="2652831"/>
                </a:cubicBezTo>
                <a:cubicBezTo>
                  <a:pt x="0" y="1187713"/>
                  <a:pt x="1187713" y="0"/>
                  <a:pt x="2652831" y="0"/>
                </a:cubicBezTo>
                <a:close/>
              </a:path>
            </a:pathLst>
          </a:custGeom>
          <a:solidFill>
            <a:schemeClr val="bg2"/>
          </a:solidFill>
        </p:spPr>
        <p:txBody>
          <a:bodyPr wrap="square" rtlCol="0" anchor="ctr">
            <a:noAutofit/>
          </a:bodyPr>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fr-FR" noProof="0"/>
              <a:t>Cliquez sur l'icône pour ajouter une image</a:t>
            </a:r>
            <a:endParaRPr lang="fr-FR" noProof="0" dirty="0"/>
          </a:p>
        </p:txBody>
      </p:sp>
      <p:grpSp>
        <p:nvGrpSpPr>
          <p:cNvPr id="14" name="Groupe 13">
            <a:extLst>
              <a:ext uri="{FF2B5EF4-FFF2-40B4-BE49-F238E27FC236}">
                <a16:creationId xmlns:a16="http://schemas.microsoft.com/office/drawing/2014/main" id="{0DC2055F-AE3F-46BE-B57E-A0F1A86D1C36}"/>
              </a:ext>
            </a:extLst>
          </p:cNvPr>
          <p:cNvGrpSpPr/>
          <p:nvPr userDrawn="1"/>
        </p:nvGrpSpPr>
        <p:grpSpPr>
          <a:xfrm flipH="1">
            <a:off x="5400786" y="-2003509"/>
            <a:ext cx="8917229" cy="10769768"/>
            <a:chOff x="11114088" y="2241550"/>
            <a:chExt cx="1905000" cy="2354263"/>
          </a:xfrm>
          <a:solidFill>
            <a:schemeClr val="bg2">
              <a:alpha val="91000"/>
            </a:schemeClr>
          </a:solidFill>
        </p:grpSpPr>
        <p:sp>
          <p:nvSpPr>
            <p:cNvPr id="15" name="Forme libre 5">
              <a:extLst>
                <a:ext uri="{FF2B5EF4-FFF2-40B4-BE49-F238E27FC236}">
                  <a16:creationId xmlns:a16="http://schemas.microsoft.com/office/drawing/2014/main" id="{C98EF042-A3B8-406D-BC16-153A989F571A}"/>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fr-FR" noProof="0" dirty="0"/>
            </a:p>
          </p:txBody>
        </p:sp>
        <p:sp>
          <p:nvSpPr>
            <p:cNvPr id="16" name="Forme libre 6">
              <a:extLst>
                <a:ext uri="{FF2B5EF4-FFF2-40B4-BE49-F238E27FC236}">
                  <a16:creationId xmlns:a16="http://schemas.microsoft.com/office/drawing/2014/main" id="{68E5FAC9-A660-4D7A-AC84-0A7C8CC3BB65}"/>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fr-FR" noProof="0" dirty="0"/>
            </a:p>
          </p:txBody>
        </p:sp>
      </p:grpSp>
      <p:sp>
        <p:nvSpPr>
          <p:cNvPr id="19" name="Titre 1">
            <a:extLst>
              <a:ext uri="{FF2B5EF4-FFF2-40B4-BE49-F238E27FC236}">
                <a16:creationId xmlns:a16="http://schemas.microsoft.com/office/drawing/2014/main" id="{19A1397F-1946-4CBE-9EC5-159C3CBC78B6}"/>
              </a:ext>
            </a:extLst>
          </p:cNvPr>
          <p:cNvSpPr>
            <a:spLocks noGrp="1"/>
          </p:cNvSpPr>
          <p:nvPr>
            <p:ph type="title"/>
          </p:nvPr>
        </p:nvSpPr>
        <p:spPr>
          <a:xfrm>
            <a:off x="839788" y="457200"/>
            <a:ext cx="3932237" cy="1600200"/>
          </a:xfrm>
        </p:spPr>
        <p:txBody>
          <a:bodyPr rtlCol="0" anchor="b"/>
          <a:lstStyle>
            <a:lvl1pPr>
              <a:defRPr sz="3200"/>
            </a:lvl1pPr>
          </a:lstStyle>
          <a:p>
            <a:pPr rtl="0"/>
            <a:r>
              <a:rPr lang="fr-FR" noProof="0"/>
              <a:t>Modifiez le style du titre</a:t>
            </a:r>
            <a:endParaRPr lang="fr-FR" noProof="0" dirty="0"/>
          </a:p>
        </p:txBody>
      </p:sp>
      <p:sp>
        <p:nvSpPr>
          <p:cNvPr id="20" name="Espace réservé du texte 3">
            <a:extLst>
              <a:ext uri="{FF2B5EF4-FFF2-40B4-BE49-F238E27FC236}">
                <a16:creationId xmlns:a16="http://schemas.microsoft.com/office/drawing/2014/main" id="{C535F2AB-153E-44A9-97BE-00553BEC1770}"/>
              </a:ext>
            </a:extLst>
          </p:cNvPr>
          <p:cNvSpPr>
            <a:spLocks noGrp="1"/>
          </p:cNvSpPr>
          <p:nvPr>
            <p:ph type="body" sz="half" idx="2"/>
          </p:nvPr>
        </p:nvSpPr>
        <p:spPr>
          <a:xfrm>
            <a:off x="839788" y="2057400"/>
            <a:ext cx="3932237" cy="3811588"/>
          </a:xfrm>
        </p:spPr>
        <p:txBody>
          <a:bodyPr rtlCol="0"/>
          <a:lstStyle>
            <a:lvl1pPr marL="0" indent="0">
              <a:buFont typeface="Arial" panose="020B0604020202020204" pitchFamily="34" charse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fr-FR" noProof="0"/>
              <a:t>Cliquez pour modifier les styles du texte du masque</a:t>
            </a:r>
          </a:p>
        </p:txBody>
      </p:sp>
      <p:pic>
        <p:nvPicPr>
          <p:cNvPr id="8" name="Image 7">
            <a:extLst>
              <a:ext uri="{FF2B5EF4-FFF2-40B4-BE49-F238E27FC236}">
                <a16:creationId xmlns:a16="http://schemas.microsoft.com/office/drawing/2014/main" id="{06298D65-1027-4897-A948-DCEEF8FC3D98}"/>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spTree>
    <p:extLst>
      <p:ext uri="{BB962C8B-B14F-4D97-AF65-F5344CB8AC3E}">
        <p14:creationId xmlns:p14="http://schemas.microsoft.com/office/powerpoint/2010/main" val="210718574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u avec légende">
    <p:spTree>
      <p:nvGrpSpPr>
        <p:cNvPr id="1" name=""/>
        <p:cNvGrpSpPr/>
        <p:nvPr/>
      </p:nvGrpSpPr>
      <p:grpSpPr>
        <a:xfrm>
          <a:off x="0" y="0"/>
          <a:ext cx="0" cy="0"/>
          <a:chOff x="0" y="0"/>
          <a:chExt cx="0" cy="0"/>
        </a:xfrm>
      </p:grpSpPr>
      <p:grpSp>
        <p:nvGrpSpPr>
          <p:cNvPr id="19" name="Groupe 18">
            <a:extLst>
              <a:ext uri="{FF2B5EF4-FFF2-40B4-BE49-F238E27FC236}">
                <a16:creationId xmlns:a16="http://schemas.microsoft.com/office/drawing/2014/main" id="{9F866E5C-B8AA-4805-B232-831BA01AAF16}"/>
              </a:ext>
            </a:extLst>
          </p:cNvPr>
          <p:cNvGrpSpPr/>
          <p:nvPr userDrawn="1"/>
        </p:nvGrpSpPr>
        <p:grpSpPr>
          <a:xfrm rot="8650774" flipH="1" flipV="1">
            <a:off x="7430044" y="-1843126"/>
            <a:ext cx="4436224" cy="5482435"/>
            <a:chOff x="11114088" y="2241550"/>
            <a:chExt cx="1905000" cy="2354263"/>
          </a:xfrm>
          <a:solidFill>
            <a:schemeClr val="bg2">
              <a:alpha val="53000"/>
            </a:schemeClr>
          </a:solidFill>
        </p:grpSpPr>
        <p:sp>
          <p:nvSpPr>
            <p:cNvPr id="20" name="Forme libre 5">
              <a:extLst>
                <a:ext uri="{FF2B5EF4-FFF2-40B4-BE49-F238E27FC236}">
                  <a16:creationId xmlns:a16="http://schemas.microsoft.com/office/drawing/2014/main" id="{F98614F0-2DA3-4F29-8CB3-D61424AC8506}"/>
                </a:ext>
              </a:extLst>
            </p:cNvPr>
            <p:cNvSpPr>
              <a:spLocks/>
            </p:cNvSpPr>
            <p:nvPr/>
          </p:nvSpPr>
          <p:spPr bwMode="auto">
            <a:xfrm>
              <a:off x="11114088" y="2241550"/>
              <a:ext cx="1905000" cy="2354263"/>
            </a:xfrm>
            <a:custGeom>
              <a:avLst/>
              <a:gdLst>
                <a:gd name="T0" fmla="*/ 0 w 447"/>
                <a:gd name="T1" fmla="*/ 264 h 553"/>
                <a:gd name="T2" fmla="*/ 141 w 447"/>
                <a:gd name="T3" fmla="*/ 48 h 553"/>
                <a:gd name="T4" fmla="*/ 414 w 447"/>
                <a:gd name="T5" fmla="*/ 67 h 553"/>
                <a:gd name="T6" fmla="*/ 438 w 447"/>
                <a:gd name="T7" fmla="*/ 98 h 553"/>
                <a:gd name="T8" fmla="*/ 391 w 447"/>
                <a:gd name="T9" fmla="*/ 111 h 553"/>
                <a:gd name="T10" fmla="*/ 94 w 447"/>
                <a:gd name="T11" fmla="*/ 149 h 553"/>
                <a:gd name="T12" fmla="*/ 107 w 447"/>
                <a:gd name="T13" fmla="*/ 424 h 553"/>
                <a:gd name="T14" fmla="*/ 383 w 447"/>
                <a:gd name="T15" fmla="*/ 453 h 553"/>
                <a:gd name="T16" fmla="*/ 393 w 447"/>
                <a:gd name="T17" fmla="*/ 446 h 553"/>
                <a:gd name="T18" fmla="*/ 433 w 447"/>
                <a:gd name="T19" fmla="*/ 449 h 553"/>
                <a:gd name="T20" fmla="*/ 421 w 447"/>
                <a:gd name="T21" fmla="*/ 485 h 553"/>
                <a:gd name="T22" fmla="*/ 194 w 447"/>
                <a:gd name="T23" fmla="*/ 531 h 553"/>
                <a:gd name="T24" fmla="*/ 0 w 447"/>
                <a:gd name="T25" fmla="*/ 264 h 5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7" h="553">
                  <a:moveTo>
                    <a:pt x="0" y="264"/>
                  </a:moveTo>
                  <a:cubicBezTo>
                    <a:pt x="5" y="176"/>
                    <a:pt x="49" y="96"/>
                    <a:pt x="141" y="48"/>
                  </a:cubicBezTo>
                  <a:cubicBezTo>
                    <a:pt x="235" y="0"/>
                    <a:pt x="327" y="9"/>
                    <a:pt x="414" y="67"/>
                  </a:cubicBezTo>
                  <a:cubicBezTo>
                    <a:pt x="425" y="75"/>
                    <a:pt x="439" y="82"/>
                    <a:pt x="438" y="98"/>
                  </a:cubicBezTo>
                  <a:cubicBezTo>
                    <a:pt x="437" y="120"/>
                    <a:pt x="413" y="127"/>
                    <a:pt x="391" y="111"/>
                  </a:cubicBezTo>
                  <a:cubicBezTo>
                    <a:pt x="294" y="40"/>
                    <a:pt x="166" y="56"/>
                    <a:pt x="94" y="149"/>
                  </a:cubicBezTo>
                  <a:cubicBezTo>
                    <a:pt x="30" y="231"/>
                    <a:pt x="36" y="349"/>
                    <a:pt x="107" y="424"/>
                  </a:cubicBezTo>
                  <a:cubicBezTo>
                    <a:pt x="180" y="502"/>
                    <a:pt x="296" y="514"/>
                    <a:pt x="383" y="453"/>
                  </a:cubicBezTo>
                  <a:cubicBezTo>
                    <a:pt x="386" y="451"/>
                    <a:pt x="390" y="449"/>
                    <a:pt x="393" y="446"/>
                  </a:cubicBezTo>
                  <a:cubicBezTo>
                    <a:pt x="407" y="433"/>
                    <a:pt x="420" y="433"/>
                    <a:pt x="433" y="449"/>
                  </a:cubicBezTo>
                  <a:cubicBezTo>
                    <a:pt x="447" y="467"/>
                    <a:pt x="433" y="477"/>
                    <a:pt x="421" y="485"/>
                  </a:cubicBezTo>
                  <a:cubicBezTo>
                    <a:pt x="353" y="537"/>
                    <a:pt x="277" y="553"/>
                    <a:pt x="194" y="531"/>
                  </a:cubicBezTo>
                  <a:cubicBezTo>
                    <a:pt x="79" y="501"/>
                    <a:pt x="1" y="397"/>
                    <a:pt x="0" y="2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fr-FR" noProof="0" dirty="0"/>
            </a:p>
          </p:txBody>
        </p:sp>
        <p:sp>
          <p:nvSpPr>
            <p:cNvPr id="22" name="Forme libre 6">
              <a:extLst>
                <a:ext uri="{FF2B5EF4-FFF2-40B4-BE49-F238E27FC236}">
                  <a16:creationId xmlns:a16="http://schemas.microsoft.com/office/drawing/2014/main" id="{66D52F08-13EC-4AB4-BB79-89A5395A03BF}"/>
                </a:ext>
              </a:extLst>
            </p:cNvPr>
            <p:cNvSpPr>
              <a:spLocks/>
            </p:cNvSpPr>
            <p:nvPr/>
          </p:nvSpPr>
          <p:spPr bwMode="auto">
            <a:xfrm>
              <a:off x="11412538" y="2590800"/>
              <a:ext cx="835025" cy="1673225"/>
            </a:xfrm>
            <a:custGeom>
              <a:avLst/>
              <a:gdLst>
                <a:gd name="T0" fmla="*/ 0 w 196"/>
                <a:gd name="T1" fmla="*/ 198 h 393"/>
                <a:gd name="T2" fmla="*/ 157 w 196"/>
                <a:gd name="T3" fmla="*/ 8 h 393"/>
                <a:gd name="T4" fmla="*/ 192 w 196"/>
                <a:gd name="T5" fmla="*/ 22 h 393"/>
                <a:gd name="T6" fmla="*/ 167 w 196"/>
                <a:gd name="T7" fmla="*/ 56 h 393"/>
                <a:gd name="T8" fmla="*/ 48 w 196"/>
                <a:gd name="T9" fmla="*/ 198 h 393"/>
                <a:gd name="T10" fmla="*/ 170 w 196"/>
                <a:gd name="T11" fmla="*/ 339 h 393"/>
                <a:gd name="T12" fmla="*/ 193 w 196"/>
                <a:gd name="T13" fmla="*/ 372 h 393"/>
                <a:gd name="T14" fmla="*/ 160 w 196"/>
                <a:gd name="T15" fmla="*/ 387 h 393"/>
                <a:gd name="T16" fmla="*/ 0 w 196"/>
                <a:gd name="T17" fmla="*/ 198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6" h="393">
                  <a:moveTo>
                    <a:pt x="0" y="198"/>
                  </a:moveTo>
                  <a:cubicBezTo>
                    <a:pt x="0" y="103"/>
                    <a:pt x="64" y="26"/>
                    <a:pt x="157" y="8"/>
                  </a:cubicBezTo>
                  <a:cubicBezTo>
                    <a:pt x="171" y="6"/>
                    <a:pt x="188" y="0"/>
                    <a:pt x="192" y="22"/>
                  </a:cubicBezTo>
                  <a:cubicBezTo>
                    <a:pt x="196" y="41"/>
                    <a:pt x="190" y="52"/>
                    <a:pt x="167" y="56"/>
                  </a:cubicBezTo>
                  <a:cubicBezTo>
                    <a:pt x="95" y="70"/>
                    <a:pt x="47" y="129"/>
                    <a:pt x="48" y="198"/>
                  </a:cubicBezTo>
                  <a:cubicBezTo>
                    <a:pt x="48" y="267"/>
                    <a:pt x="97" y="325"/>
                    <a:pt x="170" y="339"/>
                  </a:cubicBezTo>
                  <a:cubicBezTo>
                    <a:pt x="191" y="343"/>
                    <a:pt x="195" y="354"/>
                    <a:pt x="193" y="372"/>
                  </a:cubicBezTo>
                  <a:cubicBezTo>
                    <a:pt x="190" y="393"/>
                    <a:pt x="174" y="389"/>
                    <a:pt x="160" y="387"/>
                  </a:cubicBezTo>
                  <a:cubicBezTo>
                    <a:pt x="70" y="375"/>
                    <a:pt x="0" y="293"/>
                    <a:pt x="0" y="19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fr-FR" noProof="0" dirty="0"/>
            </a:p>
          </p:txBody>
        </p:sp>
        <p:sp>
          <p:nvSpPr>
            <p:cNvPr id="23" name="Forme libre 7">
              <a:extLst>
                <a:ext uri="{FF2B5EF4-FFF2-40B4-BE49-F238E27FC236}">
                  <a16:creationId xmlns:a16="http://schemas.microsoft.com/office/drawing/2014/main" id="{2544236D-8C3A-41EF-9A68-C84A8A7D0F5A}"/>
                </a:ext>
              </a:extLst>
            </p:cNvPr>
            <p:cNvSpPr>
              <a:spLocks/>
            </p:cNvSpPr>
            <p:nvPr/>
          </p:nvSpPr>
          <p:spPr bwMode="auto">
            <a:xfrm>
              <a:off x="11728451" y="3071813"/>
              <a:ext cx="306388" cy="719138"/>
            </a:xfrm>
            <a:custGeom>
              <a:avLst/>
              <a:gdLst>
                <a:gd name="T0" fmla="*/ 0 w 72"/>
                <a:gd name="T1" fmla="*/ 84 h 169"/>
                <a:gd name="T2" fmla="*/ 20 w 72"/>
                <a:gd name="T3" fmla="*/ 20 h 169"/>
                <a:gd name="T4" fmla="*/ 42 w 72"/>
                <a:gd name="T5" fmla="*/ 9 h 169"/>
                <a:gd name="T6" fmla="*/ 62 w 72"/>
                <a:gd name="T7" fmla="*/ 44 h 169"/>
                <a:gd name="T8" fmla="*/ 62 w 72"/>
                <a:gd name="T9" fmla="*/ 125 h 169"/>
                <a:gd name="T10" fmla="*/ 43 w 72"/>
                <a:gd name="T11" fmla="*/ 159 h 169"/>
                <a:gd name="T12" fmla="*/ 20 w 72"/>
                <a:gd name="T13" fmla="*/ 148 h 169"/>
                <a:gd name="T14" fmla="*/ 0 w 72"/>
                <a:gd name="T15" fmla="*/ 84 h 1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169">
                  <a:moveTo>
                    <a:pt x="0" y="84"/>
                  </a:moveTo>
                  <a:cubicBezTo>
                    <a:pt x="2" y="62"/>
                    <a:pt x="6" y="39"/>
                    <a:pt x="20" y="20"/>
                  </a:cubicBezTo>
                  <a:cubicBezTo>
                    <a:pt x="25" y="13"/>
                    <a:pt x="31" y="0"/>
                    <a:pt x="42" y="9"/>
                  </a:cubicBezTo>
                  <a:cubicBezTo>
                    <a:pt x="53" y="18"/>
                    <a:pt x="72" y="25"/>
                    <a:pt x="62" y="44"/>
                  </a:cubicBezTo>
                  <a:cubicBezTo>
                    <a:pt x="47" y="72"/>
                    <a:pt x="47" y="97"/>
                    <a:pt x="62" y="125"/>
                  </a:cubicBezTo>
                  <a:cubicBezTo>
                    <a:pt x="72" y="143"/>
                    <a:pt x="53" y="151"/>
                    <a:pt x="43" y="159"/>
                  </a:cubicBezTo>
                  <a:cubicBezTo>
                    <a:pt x="31" y="169"/>
                    <a:pt x="25" y="156"/>
                    <a:pt x="20" y="148"/>
                  </a:cubicBezTo>
                  <a:cubicBezTo>
                    <a:pt x="6" y="129"/>
                    <a:pt x="2" y="107"/>
                    <a:pt x="0"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fr-FR" noProof="0" dirty="0"/>
            </a:p>
          </p:txBody>
        </p:sp>
      </p:grpSp>
      <p:sp>
        <p:nvSpPr>
          <p:cNvPr id="7" name="Rectangle 6">
            <a:extLst>
              <a:ext uri="{FF2B5EF4-FFF2-40B4-BE49-F238E27FC236}">
                <a16:creationId xmlns:a16="http://schemas.microsoft.com/office/drawing/2014/main" id="{76627016-BFC4-46D4-89DB-F72E3C3461EC}"/>
              </a:ext>
            </a:extLst>
          </p:cNvPr>
          <p:cNvSpPr/>
          <p:nvPr userDrawn="1"/>
        </p:nvSpPr>
        <p:spPr>
          <a:xfrm rot="10800000">
            <a:off x="515938" y="-16721"/>
            <a:ext cx="1258618" cy="1105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solidFill>
                <a:schemeClr val="bg1"/>
              </a:solidFill>
            </a:endParaRPr>
          </a:p>
        </p:txBody>
      </p:sp>
      <p:sp>
        <p:nvSpPr>
          <p:cNvPr id="15" name="Ovale 14">
            <a:extLst>
              <a:ext uri="{FF2B5EF4-FFF2-40B4-BE49-F238E27FC236}">
                <a16:creationId xmlns:a16="http://schemas.microsoft.com/office/drawing/2014/main" id="{EF515B4A-CB20-4847-8E00-0DD66F1FEBB4}"/>
              </a:ext>
            </a:extLst>
          </p:cNvPr>
          <p:cNvSpPr/>
          <p:nvPr userDrawn="1"/>
        </p:nvSpPr>
        <p:spPr>
          <a:xfrm>
            <a:off x="11371669" y="6409397"/>
            <a:ext cx="280051" cy="28005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noProof="0" dirty="0"/>
          </a:p>
        </p:txBody>
      </p:sp>
      <p:sp>
        <p:nvSpPr>
          <p:cNvPr id="16" name="Espace réservé du numéro de diapositive 5">
            <a:extLst>
              <a:ext uri="{FF2B5EF4-FFF2-40B4-BE49-F238E27FC236}">
                <a16:creationId xmlns:a16="http://schemas.microsoft.com/office/drawing/2014/main" id="{996B64B9-1DF0-4EE9-BAB5-72AFA94B9AFD}"/>
              </a:ext>
            </a:extLst>
          </p:cNvPr>
          <p:cNvSpPr>
            <a:spLocks noGrp="1"/>
          </p:cNvSpPr>
          <p:nvPr>
            <p:ph type="sldNum" sz="quarter" idx="12"/>
          </p:nvPr>
        </p:nvSpPr>
        <p:spPr>
          <a:xfrm>
            <a:off x="11363696" y="6455739"/>
            <a:ext cx="294460" cy="187367"/>
          </a:xfrm>
        </p:spPr>
        <p:txBody>
          <a:bodyPr lIns="0" tIns="0" rIns="0" bIns="0" rtlCol="0"/>
          <a:lstStyle>
            <a:lvl1pPr algn="ctr">
              <a:defRPr sz="900">
                <a:solidFill>
                  <a:schemeClr val="bg1"/>
                </a:solidFill>
                <a:latin typeface="+mn-lt"/>
              </a:defRPr>
            </a:lvl1pPr>
          </a:lstStyle>
          <a:p>
            <a:pPr rtl="0"/>
            <a:fld id="{9EC71654-96A5-4280-94F3-931C61A9F92C}" type="slidenum">
              <a:rPr lang="fr-FR" noProof="0" smtClean="0"/>
              <a:pPr rtl="0"/>
              <a:t>‹N°›</a:t>
            </a:fld>
            <a:endParaRPr lang="fr-FR" noProof="0" dirty="0"/>
          </a:p>
        </p:txBody>
      </p:sp>
      <p:sp>
        <p:nvSpPr>
          <p:cNvPr id="14" name="Titre 1">
            <a:extLst>
              <a:ext uri="{FF2B5EF4-FFF2-40B4-BE49-F238E27FC236}">
                <a16:creationId xmlns:a16="http://schemas.microsoft.com/office/drawing/2014/main" id="{9009D5C6-6206-4291-8037-67DC025F0B4C}"/>
              </a:ext>
            </a:extLst>
          </p:cNvPr>
          <p:cNvSpPr>
            <a:spLocks noGrp="1"/>
          </p:cNvSpPr>
          <p:nvPr>
            <p:ph type="title"/>
          </p:nvPr>
        </p:nvSpPr>
        <p:spPr>
          <a:xfrm>
            <a:off x="839788" y="457200"/>
            <a:ext cx="3932237" cy="1600200"/>
          </a:xfrm>
        </p:spPr>
        <p:txBody>
          <a:bodyPr rtlCol="0" anchor="b"/>
          <a:lstStyle>
            <a:lvl1pPr>
              <a:defRPr sz="3200"/>
            </a:lvl1pPr>
          </a:lstStyle>
          <a:p>
            <a:pPr rtl="0"/>
            <a:r>
              <a:rPr lang="fr-FR" noProof="0"/>
              <a:t>Modifiez le style du titre</a:t>
            </a:r>
            <a:endParaRPr lang="fr-FR" noProof="0" dirty="0"/>
          </a:p>
        </p:txBody>
      </p:sp>
      <p:sp>
        <p:nvSpPr>
          <p:cNvPr id="17" name="Espace réservé du texte 3">
            <a:extLst>
              <a:ext uri="{FF2B5EF4-FFF2-40B4-BE49-F238E27FC236}">
                <a16:creationId xmlns:a16="http://schemas.microsoft.com/office/drawing/2014/main" id="{BEB643FD-AA85-4A43-8EBD-AFD10DD98793}"/>
              </a:ext>
            </a:extLst>
          </p:cNvPr>
          <p:cNvSpPr>
            <a:spLocks noGrp="1"/>
          </p:cNvSpPr>
          <p:nvPr>
            <p:ph type="body" sz="half" idx="2"/>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fr-FR" noProof="0"/>
              <a:t>Cliquez pour modifier les styles du texte du masque</a:t>
            </a:r>
          </a:p>
        </p:txBody>
      </p:sp>
      <p:sp>
        <p:nvSpPr>
          <p:cNvPr id="18" name="Espace réservé du contenu 2">
            <a:extLst>
              <a:ext uri="{FF2B5EF4-FFF2-40B4-BE49-F238E27FC236}">
                <a16:creationId xmlns:a16="http://schemas.microsoft.com/office/drawing/2014/main" id="{9001F313-F798-43BE-AFF0-A68C84C3640D}"/>
              </a:ext>
            </a:extLst>
          </p:cNvPr>
          <p:cNvSpPr>
            <a:spLocks noGrp="1"/>
          </p:cNvSpPr>
          <p:nvPr>
            <p:ph idx="1"/>
          </p:nvPr>
        </p:nvSpPr>
        <p:spPr>
          <a:xfrm>
            <a:off x="5183188" y="457201"/>
            <a:ext cx="6172200" cy="5403850"/>
          </a:xfrm>
        </p:spPr>
        <p:txBody>
          <a:bodyPr rtlCol="0"/>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rtl="0"/>
            <a:r>
              <a:rPr lang="fr-FR" noProof="0"/>
              <a:t>Cliquez pour modifier les styles du texte du masque</a:t>
            </a:r>
          </a:p>
          <a:p>
            <a:pPr lvl="1" rtl="0"/>
            <a:r>
              <a:rPr lang="fr-FR" noProof="0"/>
              <a:t>Deuxième niveau</a:t>
            </a:r>
          </a:p>
          <a:p>
            <a:pPr lvl="2" rtl="0"/>
            <a:r>
              <a:rPr lang="fr-FR" noProof="0"/>
              <a:t>Troisième niveau</a:t>
            </a:r>
          </a:p>
          <a:p>
            <a:pPr lvl="3" rtl="0"/>
            <a:r>
              <a:rPr lang="fr-FR" noProof="0"/>
              <a:t>Quatrième niveau</a:t>
            </a:r>
          </a:p>
          <a:p>
            <a:pPr lvl="4" rtl="0"/>
            <a:r>
              <a:rPr lang="fr-FR" noProof="0"/>
              <a:t>Cinquième niveau</a:t>
            </a:r>
            <a:endParaRPr lang="fr-FR" noProof="0" dirty="0"/>
          </a:p>
        </p:txBody>
      </p:sp>
      <p:pic>
        <p:nvPicPr>
          <p:cNvPr id="13" name="Image 12">
            <a:extLst>
              <a:ext uri="{FF2B5EF4-FFF2-40B4-BE49-F238E27FC236}">
                <a16:creationId xmlns:a16="http://schemas.microsoft.com/office/drawing/2014/main" id="{91881DEA-0ECB-4310-ADF5-4337ACB4338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472046" y="6261436"/>
            <a:ext cx="1073019" cy="414000"/>
          </a:xfrm>
          <a:prstGeom prst="rect">
            <a:avLst/>
          </a:prstGeom>
        </p:spPr>
      </p:pic>
    </p:spTree>
    <p:extLst>
      <p:ext uri="{BB962C8B-B14F-4D97-AF65-F5344CB8AC3E}">
        <p14:creationId xmlns:p14="http://schemas.microsoft.com/office/powerpoint/2010/main" val="3025310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BCC4D7FA-B85E-4477-8C62-94955B340F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fr-FR" noProof="0" dirty="0"/>
              <a:t>Modifiez le style du titre</a:t>
            </a:r>
          </a:p>
        </p:txBody>
      </p:sp>
      <p:sp>
        <p:nvSpPr>
          <p:cNvPr id="3" name="Espace réservé du texte 2">
            <a:extLst>
              <a:ext uri="{FF2B5EF4-FFF2-40B4-BE49-F238E27FC236}">
                <a16:creationId xmlns:a16="http://schemas.microsoft.com/office/drawing/2014/main" id="{1F1226BB-3E56-4E7F-8172-7EC03C9F0B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fr-FR" noProof="0" dirty="0"/>
              <a:t>Modifiez les styles du texte du masque</a:t>
            </a:r>
          </a:p>
          <a:p>
            <a:pPr lvl="1" rtl="0"/>
            <a:r>
              <a:rPr lang="fr-FR" noProof="0" dirty="0"/>
              <a:t>Deuxième niveau</a:t>
            </a:r>
          </a:p>
          <a:p>
            <a:pPr lvl="2" rtl="0"/>
            <a:r>
              <a:rPr lang="fr-FR" noProof="0" dirty="0"/>
              <a:t>Troisième niveau</a:t>
            </a:r>
          </a:p>
          <a:p>
            <a:pPr lvl="3" rtl="0"/>
            <a:r>
              <a:rPr lang="fr-FR" noProof="0" dirty="0"/>
              <a:t>Quatrième niveau</a:t>
            </a:r>
          </a:p>
          <a:p>
            <a:pPr lvl="4" rtl="0"/>
            <a:r>
              <a:rPr lang="fr-FR" noProof="0" dirty="0"/>
              <a:t>Cinquième niveau</a:t>
            </a:r>
          </a:p>
        </p:txBody>
      </p:sp>
      <p:sp>
        <p:nvSpPr>
          <p:cNvPr id="4" name="Espace réservé de la date 3">
            <a:extLst>
              <a:ext uri="{FF2B5EF4-FFF2-40B4-BE49-F238E27FC236}">
                <a16:creationId xmlns:a16="http://schemas.microsoft.com/office/drawing/2014/main" id="{D95D08EF-72FB-4F19-9916-65815A9CA9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rtl="0"/>
            <a:fld id="{D4EC748F-88DB-4BA1-B6AB-BE1A47757B27}" type="datetime1">
              <a:rPr lang="fr-FR" noProof="0" smtClean="0"/>
              <a:t>14/12/2023</a:t>
            </a:fld>
            <a:endParaRPr lang="fr-FR" noProof="0" dirty="0"/>
          </a:p>
        </p:txBody>
      </p:sp>
      <p:sp>
        <p:nvSpPr>
          <p:cNvPr id="5" name="Espace réservé du pied de page 4">
            <a:extLst>
              <a:ext uri="{FF2B5EF4-FFF2-40B4-BE49-F238E27FC236}">
                <a16:creationId xmlns:a16="http://schemas.microsoft.com/office/drawing/2014/main" id="{1365084D-BC85-4A55-BD80-93876AD101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rtl="0"/>
            <a:endParaRPr lang="fr-FR" noProof="0" dirty="0"/>
          </a:p>
        </p:txBody>
      </p:sp>
      <p:sp>
        <p:nvSpPr>
          <p:cNvPr id="6" name="Espace réservé du numéro de diapositive 5">
            <a:extLst>
              <a:ext uri="{FF2B5EF4-FFF2-40B4-BE49-F238E27FC236}">
                <a16:creationId xmlns:a16="http://schemas.microsoft.com/office/drawing/2014/main" id="{45FDEF23-A140-4DD6-A0D0-A86BD4DF34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rtl="0"/>
            <a:fld id="{9EC71654-96A5-4280-94F3-931C61A9F92C}" type="slidenum">
              <a:rPr lang="fr-FR" noProof="0" smtClean="0"/>
              <a:t>‹N°›</a:t>
            </a:fld>
            <a:endParaRPr lang="fr-FR" noProof="0" dirty="0"/>
          </a:p>
        </p:txBody>
      </p:sp>
    </p:spTree>
    <p:extLst>
      <p:ext uri="{BB962C8B-B14F-4D97-AF65-F5344CB8AC3E}">
        <p14:creationId xmlns:p14="http://schemas.microsoft.com/office/powerpoint/2010/main" val="2347082301"/>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1" r:id="rId3"/>
    <p:sldLayoutId id="2147483650" r:id="rId4"/>
    <p:sldLayoutId id="2147483661" r:id="rId5"/>
    <p:sldLayoutId id="2147483662" r:id="rId6"/>
    <p:sldLayoutId id="2147483663" r:id="rId7"/>
    <p:sldLayoutId id="2147483654" r:id="rId8"/>
    <p:sldLayoutId id="2147483664" r:id="rId9"/>
    <p:sldLayoutId id="2147483665" r:id="rId10"/>
    <p:sldLayoutId id="2147483666" r:id="rId11"/>
    <p:sldLayoutId id="2147483667" r:id="rId12"/>
    <p:sldLayoutId id="2147483668" r:id="rId13"/>
    <p:sldLayoutId id="2147483669" r:id="rId14"/>
    <p:sldLayoutId id="2147483670" r:id="rId15"/>
    <p:sldLayoutId id="2147483671" r:id="rId16"/>
    <p:sldLayoutId id="2147483672" r:id="rId17"/>
    <p:sldLayoutId id="2147483673"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25" userDrawn="1">
          <p15:clr>
            <a:srgbClr val="F26B43"/>
          </p15:clr>
        </p15:guide>
        <p15:guide id="4" pos="7349"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14.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4.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1.jp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14.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14.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14.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4.xml.rels><?xml version="1.0" encoding="UTF-8" standalone="yes"?>
<Relationships xmlns="http://schemas.openxmlformats.org/package/2006/relationships"><Relationship Id="rId8" Type="http://schemas.openxmlformats.org/officeDocument/2006/relationships/diagramLayout" Target="../diagrams/layout9.xml"/><Relationship Id="rId3" Type="http://schemas.openxmlformats.org/officeDocument/2006/relationships/diagramLayout" Target="../diagrams/layout8.xml"/><Relationship Id="rId7" Type="http://schemas.openxmlformats.org/officeDocument/2006/relationships/diagramData" Target="../diagrams/data9.xml"/><Relationship Id="rId2" Type="http://schemas.openxmlformats.org/officeDocument/2006/relationships/diagramData" Target="../diagrams/data8.xml"/><Relationship Id="rId1" Type="http://schemas.openxmlformats.org/officeDocument/2006/relationships/slideLayout" Target="../slideLayouts/slideLayout14.xml"/><Relationship Id="rId6" Type="http://schemas.microsoft.com/office/2007/relationships/diagramDrawing" Target="../diagrams/drawing8.xml"/><Relationship Id="rId11" Type="http://schemas.microsoft.com/office/2007/relationships/diagramDrawing" Target="../diagrams/drawing9.xml"/><Relationship Id="rId5" Type="http://schemas.openxmlformats.org/officeDocument/2006/relationships/diagramColors" Target="../diagrams/colors8.xml"/><Relationship Id="rId10" Type="http://schemas.openxmlformats.org/officeDocument/2006/relationships/diagramColors" Target="../diagrams/colors9.xml"/><Relationship Id="rId4" Type="http://schemas.openxmlformats.org/officeDocument/2006/relationships/diagramQuickStyle" Target="../diagrams/quickStyle8.xml"/><Relationship Id="rId9" Type="http://schemas.openxmlformats.org/officeDocument/2006/relationships/diagramQuickStyle" Target="../diagrams/quickStyle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14.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14.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14.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14.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14.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14.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2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98EF7BD-FE81-4B20-8DC5-0B3EB736F9F8}"/>
              </a:ext>
            </a:extLst>
          </p:cNvPr>
          <p:cNvSpPr>
            <a:spLocks noGrp="1"/>
          </p:cNvSpPr>
          <p:nvPr>
            <p:ph type="ctrTitle"/>
          </p:nvPr>
        </p:nvSpPr>
        <p:spPr/>
        <p:txBody>
          <a:bodyPr rtlCol="0"/>
          <a:lstStyle/>
          <a:p>
            <a:pPr rtl="0"/>
            <a:r>
              <a:rPr lang="fr-FR" dirty="0"/>
              <a:t>RESTAURANT </a:t>
            </a:r>
            <a:br>
              <a:rPr lang="fr-FR" dirty="0"/>
            </a:br>
            <a:r>
              <a:rPr lang="fr-FR" dirty="0"/>
              <a:t>VATEL &amp; HUBSPOT</a:t>
            </a:r>
          </a:p>
        </p:txBody>
      </p:sp>
      <p:sp>
        <p:nvSpPr>
          <p:cNvPr id="3" name="Sous-titre 2">
            <a:extLst>
              <a:ext uri="{FF2B5EF4-FFF2-40B4-BE49-F238E27FC236}">
                <a16:creationId xmlns:a16="http://schemas.microsoft.com/office/drawing/2014/main" id="{1AFF0EFE-C50F-44EB-8978-B97795477C9E}"/>
              </a:ext>
            </a:extLst>
          </p:cNvPr>
          <p:cNvSpPr>
            <a:spLocks noGrp="1"/>
          </p:cNvSpPr>
          <p:nvPr>
            <p:ph type="subTitle" idx="1"/>
          </p:nvPr>
        </p:nvSpPr>
        <p:spPr>
          <a:xfrm>
            <a:off x="6343650" y="4415438"/>
            <a:ext cx="5143500" cy="503167"/>
          </a:xfrm>
        </p:spPr>
        <p:txBody>
          <a:bodyPr rtlCol="0"/>
          <a:lstStyle/>
          <a:p>
            <a:pPr rtl="0"/>
            <a:r>
              <a:rPr lang="fr-FR" dirty="0"/>
              <a:t>GROUPE D</a:t>
            </a:r>
          </a:p>
        </p:txBody>
      </p:sp>
      <p:pic>
        <p:nvPicPr>
          <p:cNvPr id="10" name="Espace réservé d’image 9">
            <a:extLst>
              <a:ext uri="{FF2B5EF4-FFF2-40B4-BE49-F238E27FC236}">
                <a16:creationId xmlns:a16="http://schemas.microsoft.com/office/drawing/2014/main" id="{CF143FEA-6E93-4548-8A9B-318F437CD887}"/>
              </a:ext>
            </a:extLst>
          </p:cNvPr>
          <p:cNvPicPr>
            <a:picLocks noGrp="1" noChangeAspect="1"/>
          </p:cNvPicPr>
          <p:nvPr>
            <p:ph type="pic" sz="quarter" idx="10"/>
          </p:nvPr>
        </p:nvPicPr>
        <p:blipFill>
          <a:blip r:embed="rId3"/>
          <a:srcRect/>
          <a:stretch/>
        </p:blipFill>
        <p:spPr>
          <a:xfrm>
            <a:off x="710812" y="728545"/>
            <a:ext cx="5305661" cy="5305661"/>
          </a:xfrm>
        </p:spPr>
      </p:pic>
    </p:spTree>
    <p:extLst>
      <p:ext uri="{BB962C8B-B14F-4D97-AF65-F5344CB8AC3E}">
        <p14:creationId xmlns:p14="http://schemas.microsoft.com/office/powerpoint/2010/main" val="37379898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B29F8A0C-5FCB-4F36-A639-325E3A3065C4}"/>
              </a:ext>
            </a:extLst>
          </p:cNvPr>
          <p:cNvSpPr>
            <a:spLocks noGrp="1"/>
          </p:cNvSpPr>
          <p:nvPr>
            <p:ph type="title"/>
          </p:nvPr>
        </p:nvSpPr>
        <p:spPr/>
        <p:txBody>
          <a:bodyPr/>
          <a:lstStyle/>
          <a:p>
            <a:pPr algn="ctr"/>
            <a:r>
              <a:rPr lang="fr-FR" sz="6000" dirty="0">
                <a:solidFill>
                  <a:srgbClr val="0072C7"/>
                </a:solidFill>
              </a:rPr>
              <a:t>VATEL</a:t>
            </a:r>
          </a:p>
        </p:txBody>
      </p:sp>
      <p:sp>
        <p:nvSpPr>
          <p:cNvPr id="6" name="Espace réservé du contenu 5">
            <a:extLst>
              <a:ext uri="{FF2B5EF4-FFF2-40B4-BE49-F238E27FC236}">
                <a16:creationId xmlns:a16="http://schemas.microsoft.com/office/drawing/2014/main" id="{24F11B58-2B45-4CEB-8CEE-A88C349C0C11}"/>
              </a:ext>
            </a:extLst>
          </p:cNvPr>
          <p:cNvSpPr>
            <a:spLocks noGrp="1"/>
          </p:cNvSpPr>
          <p:nvPr>
            <p:ph idx="1"/>
          </p:nvPr>
        </p:nvSpPr>
        <p:spPr>
          <a:xfrm>
            <a:off x="539991" y="2314099"/>
            <a:ext cx="4914189" cy="4351338"/>
          </a:xfrm>
        </p:spPr>
        <p:txBody>
          <a:bodyPr/>
          <a:lstStyle/>
          <a:p>
            <a:r>
              <a:rPr lang="fr-FR" dirty="0"/>
              <a:t>Présentation de VATEL HOTEL</a:t>
            </a:r>
          </a:p>
          <a:p>
            <a:r>
              <a:rPr lang="fr-FR" dirty="0"/>
              <a:t> La culture organisationnelle de VATEL</a:t>
            </a:r>
          </a:p>
          <a:p>
            <a:r>
              <a:rPr lang="fr-FR" dirty="0"/>
              <a:t> Le Leadership</a:t>
            </a:r>
          </a:p>
          <a:p>
            <a:r>
              <a:rPr lang="fr-FR" dirty="0"/>
              <a:t>La communication au sein de VATEL</a:t>
            </a:r>
          </a:p>
          <a:p>
            <a:r>
              <a:rPr lang="fr-FR" dirty="0"/>
              <a:t>La gestion des conflits et des négociations au sein de Vatel</a:t>
            </a:r>
          </a:p>
        </p:txBody>
      </p:sp>
      <p:pic>
        <p:nvPicPr>
          <p:cNvPr id="9" name="Espace réservé pour une image  8">
            <a:extLst>
              <a:ext uri="{FF2B5EF4-FFF2-40B4-BE49-F238E27FC236}">
                <a16:creationId xmlns:a16="http://schemas.microsoft.com/office/drawing/2014/main" id="{26F787A7-F671-4E9F-B772-0EF8B427CC06}"/>
              </a:ext>
            </a:extLst>
          </p:cNvPr>
          <p:cNvPicPr>
            <a:picLocks noGrp="1" noChangeAspect="1"/>
          </p:cNvPicPr>
          <p:nvPr>
            <p:ph type="pic" sz="quarter" idx="13"/>
          </p:nvPr>
        </p:nvPicPr>
        <p:blipFill>
          <a:blip r:embed="rId2"/>
          <a:srcRect/>
          <a:stretch>
            <a:fillRect/>
          </a:stretch>
        </p:blipFill>
        <p:spPr/>
      </p:pic>
    </p:spTree>
    <p:extLst>
      <p:ext uri="{BB962C8B-B14F-4D97-AF65-F5344CB8AC3E}">
        <p14:creationId xmlns:p14="http://schemas.microsoft.com/office/powerpoint/2010/main" val="24726563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Espace réservé pour une image  8">
            <a:extLst>
              <a:ext uri="{FF2B5EF4-FFF2-40B4-BE49-F238E27FC236}">
                <a16:creationId xmlns:a16="http://schemas.microsoft.com/office/drawing/2014/main" id="{26F787A7-F671-4E9F-B772-0EF8B427CC06}"/>
              </a:ext>
            </a:extLst>
          </p:cNvPr>
          <p:cNvPicPr>
            <a:picLocks noGrp="1" noChangeAspect="1"/>
          </p:cNvPicPr>
          <p:nvPr>
            <p:ph type="pic" sz="quarter" idx="13"/>
          </p:nvPr>
        </p:nvPicPr>
        <p:blipFill>
          <a:blip r:embed="rId2"/>
          <a:srcRect/>
          <a:stretch>
            <a:fillRect/>
          </a:stretch>
        </p:blipFill>
        <p:spPr/>
      </p:pic>
      <p:sp>
        <p:nvSpPr>
          <p:cNvPr id="5" name="Titre 4">
            <a:extLst>
              <a:ext uri="{FF2B5EF4-FFF2-40B4-BE49-F238E27FC236}">
                <a16:creationId xmlns:a16="http://schemas.microsoft.com/office/drawing/2014/main" id="{B29F8A0C-5FCB-4F36-A639-325E3A3065C4}"/>
              </a:ext>
            </a:extLst>
          </p:cNvPr>
          <p:cNvSpPr>
            <a:spLocks noGrp="1"/>
          </p:cNvSpPr>
          <p:nvPr>
            <p:ph type="title"/>
          </p:nvPr>
        </p:nvSpPr>
        <p:spPr/>
        <p:txBody>
          <a:bodyPr/>
          <a:lstStyle/>
          <a:p>
            <a:pPr algn="ctr"/>
            <a:r>
              <a:rPr lang="fr-FR" sz="6000" dirty="0">
                <a:solidFill>
                  <a:srgbClr val="0072C7"/>
                </a:solidFill>
              </a:rPr>
              <a:t>HUBSPOT</a:t>
            </a:r>
          </a:p>
        </p:txBody>
      </p:sp>
      <p:sp>
        <p:nvSpPr>
          <p:cNvPr id="6" name="Espace réservé du contenu 5">
            <a:extLst>
              <a:ext uri="{FF2B5EF4-FFF2-40B4-BE49-F238E27FC236}">
                <a16:creationId xmlns:a16="http://schemas.microsoft.com/office/drawing/2014/main" id="{24F11B58-2B45-4CEB-8CEE-A88C349C0C11}"/>
              </a:ext>
            </a:extLst>
          </p:cNvPr>
          <p:cNvSpPr>
            <a:spLocks noGrp="1"/>
          </p:cNvSpPr>
          <p:nvPr>
            <p:ph idx="1"/>
          </p:nvPr>
        </p:nvSpPr>
        <p:spPr>
          <a:xfrm>
            <a:off x="539991" y="2314099"/>
            <a:ext cx="4914189" cy="4351338"/>
          </a:xfrm>
        </p:spPr>
        <p:txBody>
          <a:bodyPr/>
          <a:lstStyle/>
          <a:p>
            <a:r>
              <a:rPr lang="fr-FR" dirty="0"/>
              <a:t>Présentation de HUBSPOT</a:t>
            </a:r>
          </a:p>
          <a:p>
            <a:r>
              <a:rPr lang="fr-FR" dirty="0"/>
              <a:t>La culture d’entreprise de HUBSPOT</a:t>
            </a:r>
          </a:p>
          <a:p>
            <a:r>
              <a:rPr lang="fr-FR" dirty="0"/>
              <a:t>Le Servant Leadership</a:t>
            </a:r>
          </a:p>
          <a:p>
            <a:r>
              <a:rPr lang="fr-FR" dirty="0"/>
              <a:t>La communication au sein de VATEL</a:t>
            </a:r>
          </a:p>
        </p:txBody>
      </p:sp>
    </p:spTree>
    <p:extLst>
      <p:ext uri="{BB962C8B-B14F-4D97-AF65-F5344CB8AC3E}">
        <p14:creationId xmlns:p14="http://schemas.microsoft.com/office/powerpoint/2010/main" val="22070952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6CA4D885-A7A3-4397-A046-4E48502A1953}"/>
              </a:ext>
            </a:extLst>
          </p:cNvPr>
          <p:cNvSpPr>
            <a:spLocks noGrp="1"/>
          </p:cNvSpPr>
          <p:nvPr>
            <p:ph type="sldNum" sz="quarter" idx="12"/>
          </p:nvPr>
        </p:nvSpPr>
        <p:spPr/>
        <p:txBody>
          <a:bodyPr/>
          <a:lstStyle/>
          <a:p>
            <a:pPr rtl="0"/>
            <a:fld id="{9EC71654-96A5-4280-94F3-931C61A9F92C}" type="slidenum">
              <a:rPr lang="fr-FR" noProof="0" smtClean="0"/>
              <a:pPr rtl="0"/>
              <a:t>4</a:t>
            </a:fld>
            <a:endParaRPr lang="fr-FR" noProof="0" dirty="0"/>
          </a:p>
        </p:txBody>
      </p:sp>
      <p:sp>
        <p:nvSpPr>
          <p:cNvPr id="6" name="Titre 5">
            <a:extLst>
              <a:ext uri="{FF2B5EF4-FFF2-40B4-BE49-F238E27FC236}">
                <a16:creationId xmlns:a16="http://schemas.microsoft.com/office/drawing/2014/main" id="{9946B515-614D-4B1F-B4FF-897C2902894C}"/>
              </a:ext>
            </a:extLst>
          </p:cNvPr>
          <p:cNvSpPr>
            <a:spLocks noGrp="1"/>
          </p:cNvSpPr>
          <p:nvPr>
            <p:ph type="title"/>
          </p:nvPr>
        </p:nvSpPr>
        <p:spPr/>
        <p:txBody>
          <a:bodyPr/>
          <a:lstStyle/>
          <a:p>
            <a:endParaRPr lang="fr-FR"/>
          </a:p>
        </p:txBody>
      </p:sp>
      <p:pic>
        <p:nvPicPr>
          <p:cNvPr id="10" name="received_366530635875569">
            <a:hlinkClick r:id="" action="ppaction://media"/>
            <a:extLst>
              <a:ext uri="{FF2B5EF4-FFF2-40B4-BE49-F238E27FC236}">
                <a16:creationId xmlns:a16="http://schemas.microsoft.com/office/drawing/2014/main" id="{6FA13B93-2AB2-4A2A-B3F6-7C4544CED3CC}"/>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3326297" y="246621"/>
            <a:ext cx="5102086" cy="6611379"/>
          </a:xfrm>
        </p:spPr>
      </p:pic>
    </p:spTree>
    <p:extLst>
      <p:ext uri="{BB962C8B-B14F-4D97-AF65-F5344CB8AC3E}">
        <p14:creationId xmlns:p14="http://schemas.microsoft.com/office/powerpoint/2010/main" val="555532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167"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10"/>
                </p:tgtEl>
              </p:cMediaNode>
            </p:video>
            <p:seq concurrent="1" nextAc="seek">
              <p:cTn id="8" restart="whenNotActive" fill="hold" evtFilter="cancelBubble" nodeType="interactiveSeq">
                <p:stCondLst>
                  <p:cond evt="onClick" delay="0">
                    <p:tgtEl>
                      <p:spTgt spid="1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Espace réservé du contenu 5">
            <a:extLst>
              <a:ext uri="{FF2B5EF4-FFF2-40B4-BE49-F238E27FC236}">
                <a16:creationId xmlns:a16="http://schemas.microsoft.com/office/drawing/2014/main" id="{DAD983CD-B852-4D90-BAFD-0C003BCC7E0D}"/>
              </a:ext>
            </a:extLst>
          </p:cNvPr>
          <p:cNvSpPr>
            <a:spLocks noGrp="1"/>
          </p:cNvSpPr>
          <p:nvPr>
            <p:ph idx="1"/>
          </p:nvPr>
        </p:nvSpPr>
        <p:spPr>
          <a:xfrm>
            <a:off x="515938" y="2054225"/>
            <a:ext cx="4914189" cy="4351338"/>
          </a:xfrm>
        </p:spPr>
        <p:txBody>
          <a:bodyPr/>
          <a:lstStyle/>
          <a:p>
            <a:r>
              <a:rPr lang="fr-FR" b="1" u="sng" dirty="0">
                <a:solidFill>
                  <a:srgbClr val="0D1D51"/>
                </a:solidFill>
              </a:rPr>
              <a:t>CHOIX DU NOM VATEL</a:t>
            </a:r>
          </a:p>
          <a:p>
            <a:r>
              <a:rPr lang="fr-FR" b="1" dirty="0">
                <a:solidFill>
                  <a:srgbClr val="0D1D51"/>
                </a:solidFill>
              </a:rPr>
              <a:t>François Vatel</a:t>
            </a:r>
          </a:p>
          <a:p>
            <a:pPr>
              <a:buFont typeface="Wingdings" panose="05000000000000000000" pitchFamily="2" charset="2"/>
              <a:buChar char="Ø"/>
            </a:pPr>
            <a:r>
              <a:rPr lang="en-US" sz="1800" dirty="0">
                <a:effectLst/>
                <a:latin typeface="Calibri" panose="020F0502020204030204" pitchFamily="34" charset="0"/>
                <a:ea typeface="SimSun" panose="02010600030101010101" pitchFamily="2" charset="-122"/>
                <a:cs typeface="Times New Roman" panose="02020603050405020304" pitchFamily="18" charset="0"/>
              </a:rPr>
              <a:t> </a:t>
            </a:r>
            <a:r>
              <a:rPr lang="en-US" dirty="0">
                <a:effectLst/>
                <a:latin typeface="Calibri" panose="020F0502020204030204" pitchFamily="34" charset="0"/>
                <a:ea typeface="SimSun" panose="02010600030101010101" pitchFamily="2" charset="-122"/>
                <a:cs typeface="Times New Roman" panose="02020603050405020304" pitchFamily="18" charset="0"/>
              </a:rPr>
              <a:t>pâtissier-traiteur, maître d'hôtel, </a:t>
            </a:r>
            <a:r>
              <a:rPr lang="en-US" dirty="0" err="1">
                <a:effectLst/>
                <a:latin typeface="Calibri" panose="020F0502020204030204" pitchFamily="34" charset="0"/>
                <a:ea typeface="SimSun" panose="02010600030101010101" pitchFamily="2" charset="-122"/>
                <a:cs typeface="Times New Roman" panose="02020603050405020304" pitchFamily="18" charset="0"/>
              </a:rPr>
              <a:t>organisateur</a:t>
            </a:r>
            <a:r>
              <a:rPr lang="en-US" dirty="0">
                <a:effectLst/>
                <a:latin typeface="Calibri" panose="020F0502020204030204" pitchFamily="34" charset="0"/>
                <a:ea typeface="SimSun" panose="02010600030101010101" pitchFamily="2" charset="-122"/>
                <a:cs typeface="Times New Roman" panose="02020603050405020304" pitchFamily="18" charset="0"/>
              </a:rPr>
              <a:t> de fêtes et de </a:t>
            </a:r>
            <a:r>
              <a:rPr lang="en-US" dirty="0" err="1">
                <a:effectLst/>
                <a:latin typeface="Calibri" panose="020F0502020204030204" pitchFamily="34" charset="0"/>
                <a:ea typeface="SimSun" panose="02010600030101010101" pitchFamily="2" charset="-122"/>
                <a:cs typeface="Times New Roman" panose="02020603050405020304" pitchFamily="18" charset="0"/>
              </a:rPr>
              <a:t>festins</a:t>
            </a:r>
            <a:r>
              <a:rPr lang="en-US" dirty="0">
                <a:effectLst/>
                <a:latin typeface="Calibri" panose="020F0502020204030204" pitchFamily="34" charset="0"/>
                <a:ea typeface="SimSun" panose="02010600030101010101" pitchFamily="2" charset="-122"/>
                <a:cs typeface="Times New Roman" panose="02020603050405020304" pitchFamily="18" charset="0"/>
              </a:rPr>
              <a:t>.</a:t>
            </a:r>
            <a:endParaRPr lang="fr-FR" b="1" dirty="0">
              <a:solidFill>
                <a:srgbClr val="0D1D51"/>
              </a:solidFill>
              <a:effectLst/>
              <a:latin typeface="Calibri" panose="020F0502020204030204" pitchFamily="34" charset="0"/>
              <a:ea typeface="SimSun" panose="02010600030101010101" pitchFamily="2" charset="-122"/>
              <a:cs typeface="Times New Roman" panose="02020603050405020304" pitchFamily="18" charset="0"/>
            </a:endParaRPr>
          </a:p>
          <a:p>
            <a:pPr>
              <a:buFont typeface="Wingdings" panose="05000000000000000000" pitchFamily="2" charset="2"/>
              <a:buChar char="Ø"/>
            </a:pPr>
            <a:endParaRPr lang="fr-FR" sz="1800" b="1" dirty="0">
              <a:solidFill>
                <a:srgbClr val="0D1D51"/>
              </a:solidFill>
              <a:latin typeface="Calibri" panose="020F0502020204030204" pitchFamily="34" charset="0"/>
              <a:ea typeface="SimSun" panose="02010600030101010101" pitchFamily="2" charset="-122"/>
              <a:cs typeface="Times New Roman" panose="02020603050405020304" pitchFamily="18" charset="0"/>
            </a:endParaRPr>
          </a:p>
          <a:p>
            <a:pPr>
              <a:buFont typeface="Wingdings" panose="05000000000000000000" pitchFamily="2" charset="2"/>
              <a:buChar char="Ø"/>
            </a:pPr>
            <a:r>
              <a:rPr lang="en-US" u="sng" dirty="0">
                <a:solidFill>
                  <a:srgbClr val="2C567A"/>
                </a:solidFill>
                <a:effectLst/>
                <a:latin typeface="Calibri" panose="020F0502020204030204" pitchFamily="34" charset="0"/>
                <a:ea typeface="SimSun" panose="02010600030101010101" pitchFamily="2" charset="-122"/>
                <a:cs typeface="Times New Roman" panose="02020603050405020304" pitchFamily="18" charset="0"/>
              </a:rPr>
              <a:t>Cause du </a:t>
            </a:r>
            <a:r>
              <a:rPr lang="en-US" u="sng" dirty="0" err="1">
                <a:solidFill>
                  <a:srgbClr val="2C567A"/>
                </a:solidFill>
                <a:effectLst/>
                <a:latin typeface="Calibri" panose="020F0502020204030204" pitchFamily="34" charset="0"/>
                <a:ea typeface="SimSun" panose="02010600030101010101" pitchFamily="2" charset="-122"/>
                <a:cs typeface="Times New Roman" panose="02020603050405020304" pitchFamily="18" charset="0"/>
              </a:rPr>
              <a:t>décès</a:t>
            </a:r>
            <a:r>
              <a:rPr lang="en-US" dirty="0">
                <a:effectLst/>
                <a:latin typeface="Calibri" panose="020F0502020204030204" pitchFamily="34" charset="0"/>
                <a:ea typeface="SimSun" panose="02010600030101010101" pitchFamily="2" charset="-122"/>
                <a:cs typeface="Times New Roman" panose="02020603050405020304" pitchFamily="18" charset="0"/>
              </a:rPr>
              <a:t>: suicide à cause de non </a:t>
            </a:r>
            <a:r>
              <a:rPr lang="en-US" dirty="0" err="1">
                <a:effectLst/>
                <a:latin typeface="Calibri" panose="020F0502020204030204" pitchFamily="34" charset="0"/>
                <a:ea typeface="SimSun" panose="02010600030101010101" pitchFamily="2" charset="-122"/>
                <a:cs typeface="Times New Roman" panose="02020603050405020304" pitchFamily="18" charset="0"/>
              </a:rPr>
              <a:t>arrivée</a:t>
            </a:r>
            <a:r>
              <a:rPr lang="en-US" dirty="0">
                <a:effectLst/>
                <a:latin typeface="Calibri" panose="020F0502020204030204" pitchFamily="34" charset="0"/>
                <a:ea typeface="SimSun" panose="02010600030101010101" pitchFamily="2" charset="-122"/>
                <a:cs typeface="Times New Roman" panose="02020603050405020304" pitchFamily="18" charset="0"/>
              </a:rPr>
              <a:t> de la livraison de </a:t>
            </a:r>
            <a:r>
              <a:rPr lang="en-US" dirty="0" err="1">
                <a:effectLst/>
                <a:latin typeface="Calibri" panose="020F0502020204030204" pitchFamily="34" charset="0"/>
                <a:ea typeface="SimSun" panose="02010600030101010101" pitchFamily="2" charset="-122"/>
                <a:cs typeface="Times New Roman" panose="02020603050405020304" pitchFamily="18" charset="0"/>
              </a:rPr>
              <a:t>poissons</a:t>
            </a:r>
            <a:r>
              <a:rPr lang="en-US" dirty="0">
                <a:effectLst/>
                <a:latin typeface="Calibri" panose="020F0502020204030204" pitchFamily="34" charset="0"/>
                <a:ea typeface="SimSun" panose="02010600030101010101" pitchFamily="2" charset="-122"/>
                <a:cs typeface="Times New Roman" panose="02020603050405020304" pitchFamily="18" charset="0"/>
              </a:rPr>
              <a:t> </a:t>
            </a:r>
            <a:r>
              <a:rPr lang="en-US" dirty="0" err="1">
                <a:effectLst/>
                <a:latin typeface="Calibri" panose="020F0502020204030204" pitchFamily="34" charset="0"/>
                <a:ea typeface="SimSun" panose="02010600030101010101" pitchFamily="2" charset="-122"/>
                <a:cs typeface="Times New Roman" panose="02020603050405020304" pitchFamily="18" charset="0"/>
              </a:rPr>
              <a:t>lors</a:t>
            </a:r>
            <a:r>
              <a:rPr lang="en-US" dirty="0">
                <a:effectLst/>
                <a:latin typeface="Calibri" panose="020F0502020204030204" pitchFamily="34" charset="0"/>
                <a:ea typeface="SimSun" panose="02010600030101010101" pitchFamily="2" charset="-122"/>
                <a:cs typeface="Times New Roman" panose="02020603050405020304" pitchFamily="18" charset="0"/>
              </a:rPr>
              <a:t> d'un grand </a:t>
            </a:r>
            <a:r>
              <a:rPr lang="en-US" dirty="0" err="1">
                <a:effectLst/>
                <a:latin typeface="Calibri" panose="020F0502020204030204" pitchFamily="34" charset="0"/>
                <a:ea typeface="SimSun" panose="02010600030101010101" pitchFamily="2" charset="-122"/>
                <a:cs typeface="Times New Roman" panose="02020603050405020304" pitchFamily="18" charset="0"/>
              </a:rPr>
              <a:t>événement</a:t>
            </a:r>
            <a:r>
              <a:rPr lang="en-US" dirty="0">
                <a:effectLst/>
                <a:latin typeface="Calibri" panose="020F0502020204030204" pitchFamily="34" charset="0"/>
                <a:ea typeface="SimSun" panose="02010600030101010101" pitchFamily="2" charset="-122"/>
                <a:cs typeface="Times New Roman" panose="02020603050405020304" pitchFamily="18" charset="0"/>
              </a:rPr>
              <a:t> au château de Chantilly</a:t>
            </a:r>
            <a:endParaRPr lang="fr-FR" dirty="0">
              <a:effectLst/>
              <a:latin typeface="Calibri" panose="020F0502020204030204" pitchFamily="34" charset="0"/>
              <a:ea typeface="SimSun" panose="02010600030101010101" pitchFamily="2" charset="-122"/>
              <a:cs typeface="Times New Roman" panose="02020603050405020304" pitchFamily="18" charset="0"/>
            </a:endParaRPr>
          </a:p>
          <a:p>
            <a:pPr>
              <a:buFont typeface="Wingdings" panose="05000000000000000000" pitchFamily="2" charset="2"/>
              <a:buChar char="Ø"/>
            </a:pPr>
            <a:endParaRPr lang="fr-FR" b="1" dirty="0"/>
          </a:p>
        </p:txBody>
      </p:sp>
      <p:sp>
        <p:nvSpPr>
          <p:cNvPr id="2" name="Espace réservé du numéro de diapositive 1">
            <a:extLst>
              <a:ext uri="{FF2B5EF4-FFF2-40B4-BE49-F238E27FC236}">
                <a16:creationId xmlns:a16="http://schemas.microsoft.com/office/drawing/2014/main" id="{ED2DC9AA-596B-43F7-98BB-19DB9CA59332}"/>
              </a:ext>
            </a:extLst>
          </p:cNvPr>
          <p:cNvSpPr>
            <a:spLocks noGrp="1"/>
          </p:cNvSpPr>
          <p:nvPr>
            <p:ph type="sldNum" sz="quarter" idx="12"/>
          </p:nvPr>
        </p:nvSpPr>
        <p:spPr/>
        <p:txBody>
          <a:bodyPr/>
          <a:lstStyle/>
          <a:p>
            <a:pPr rtl="0"/>
            <a:fld id="{9EC71654-96A5-4280-94F3-931C61A9F92C}" type="slidenum">
              <a:rPr lang="fr-FR" noProof="0" smtClean="0"/>
              <a:pPr rtl="0"/>
              <a:t>5</a:t>
            </a:fld>
            <a:endParaRPr lang="fr-FR" noProof="0" dirty="0"/>
          </a:p>
        </p:txBody>
      </p:sp>
      <p:sp>
        <p:nvSpPr>
          <p:cNvPr id="7" name="Espace réservé pour une image  6">
            <a:extLst>
              <a:ext uri="{FF2B5EF4-FFF2-40B4-BE49-F238E27FC236}">
                <a16:creationId xmlns:a16="http://schemas.microsoft.com/office/drawing/2014/main" id="{47EAA19F-6463-415E-AF68-6B6E95443460}"/>
              </a:ext>
            </a:extLst>
          </p:cNvPr>
          <p:cNvSpPr>
            <a:spLocks noGrp="1"/>
          </p:cNvSpPr>
          <p:nvPr>
            <p:ph type="pic" sz="quarter" idx="13"/>
          </p:nvPr>
        </p:nvSpPr>
        <p:spPr/>
      </p:sp>
      <p:sp>
        <p:nvSpPr>
          <p:cNvPr id="5" name="Titre 4">
            <a:extLst>
              <a:ext uri="{FF2B5EF4-FFF2-40B4-BE49-F238E27FC236}">
                <a16:creationId xmlns:a16="http://schemas.microsoft.com/office/drawing/2014/main" id="{EC3376C7-17E2-463D-B886-1DA6FFC101D8}"/>
              </a:ext>
            </a:extLst>
          </p:cNvPr>
          <p:cNvSpPr>
            <a:spLocks noGrp="1"/>
          </p:cNvSpPr>
          <p:nvPr>
            <p:ph type="title"/>
          </p:nvPr>
        </p:nvSpPr>
        <p:spPr/>
        <p:txBody>
          <a:bodyPr/>
          <a:lstStyle/>
          <a:p>
            <a:r>
              <a:rPr lang="fr-FR" sz="2800" dirty="0">
                <a:solidFill>
                  <a:srgbClr val="0072C7"/>
                </a:solidFill>
              </a:rPr>
              <a:t>Vatel, un réseau mondial d’écoles de management hôtelier et de diplômés </a:t>
            </a:r>
          </a:p>
        </p:txBody>
      </p:sp>
    </p:spTree>
    <p:extLst>
      <p:ext uri="{BB962C8B-B14F-4D97-AF65-F5344CB8AC3E}">
        <p14:creationId xmlns:p14="http://schemas.microsoft.com/office/powerpoint/2010/main" val="24288480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4679A61F-71F9-4D35-91B8-C507737EC2B4}"/>
              </a:ext>
            </a:extLst>
          </p:cNvPr>
          <p:cNvSpPr>
            <a:spLocks noGrp="1"/>
          </p:cNvSpPr>
          <p:nvPr>
            <p:ph type="sldNum" sz="quarter" idx="12"/>
          </p:nvPr>
        </p:nvSpPr>
        <p:spPr/>
        <p:txBody>
          <a:bodyPr/>
          <a:lstStyle/>
          <a:p>
            <a:pPr rtl="0"/>
            <a:fld id="{9EC71654-96A5-4280-94F3-931C61A9F92C}" type="slidenum">
              <a:rPr lang="fr-FR" noProof="0" smtClean="0"/>
              <a:pPr rtl="0"/>
              <a:t>6</a:t>
            </a:fld>
            <a:endParaRPr lang="fr-FR" noProof="0" dirty="0"/>
          </a:p>
        </p:txBody>
      </p:sp>
      <p:graphicFrame>
        <p:nvGraphicFramePr>
          <p:cNvPr id="7" name="Espace réservé du contenu 6">
            <a:extLst>
              <a:ext uri="{FF2B5EF4-FFF2-40B4-BE49-F238E27FC236}">
                <a16:creationId xmlns:a16="http://schemas.microsoft.com/office/drawing/2014/main" id="{69AD368B-800B-4D01-850E-E602ACE39A32}"/>
              </a:ext>
            </a:extLst>
          </p:cNvPr>
          <p:cNvGraphicFramePr>
            <a:graphicFrameLocks noGrp="1"/>
          </p:cNvGraphicFramePr>
          <p:nvPr>
            <p:ph idx="1"/>
            <p:extLst>
              <p:ext uri="{D42A27DB-BD31-4B8C-83A1-F6EECF244321}">
                <p14:modId xmlns:p14="http://schemas.microsoft.com/office/powerpoint/2010/main" val="3103352"/>
              </p:ext>
            </p:extLst>
          </p:nvPr>
        </p:nvGraphicFramePr>
        <p:xfrm>
          <a:off x="515938" y="1825625"/>
          <a:ext cx="10837862"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itre 4">
            <a:extLst>
              <a:ext uri="{FF2B5EF4-FFF2-40B4-BE49-F238E27FC236}">
                <a16:creationId xmlns:a16="http://schemas.microsoft.com/office/drawing/2014/main" id="{104A796A-1FFB-4B33-A59F-A22C80E86C27}"/>
              </a:ext>
            </a:extLst>
          </p:cNvPr>
          <p:cNvSpPr>
            <a:spLocks noGrp="1"/>
          </p:cNvSpPr>
          <p:nvPr>
            <p:ph type="title"/>
          </p:nvPr>
        </p:nvSpPr>
        <p:spPr>
          <a:xfrm>
            <a:off x="507556" y="220869"/>
            <a:ext cx="11150600" cy="920336"/>
          </a:xfrm>
        </p:spPr>
        <p:txBody>
          <a:bodyPr/>
          <a:lstStyle/>
          <a:p>
            <a:r>
              <a:rPr lang="fr-FR" sz="3200" dirty="0">
                <a:solidFill>
                  <a:srgbClr val="0072C7"/>
                </a:solidFill>
              </a:rPr>
              <a:t>Vatel, un réseau mondial d’écoles de management hôtelier et de diplômés </a:t>
            </a:r>
            <a:endParaRPr lang="fr-FR" dirty="0"/>
          </a:p>
        </p:txBody>
      </p:sp>
    </p:spTree>
    <p:extLst>
      <p:ext uri="{BB962C8B-B14F-4D97-AF65-F5344CB8AC3E}">
        <p14:creationId xmlns:p14="http://schemas.microsoft.com/office/powerpoint/2010/main" val="19897536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D5CB96F9-EB20-4C41-AFF2-FBAEBF48060B}"/>
              </a:ext>
            </a:extLst>
          </p:cNvPr>
          <p:cNvSpPr>
            <a:spLocks noGrp="1"/>
          </p:cNvSpPr>
          <p:nvPr>
            <p:ph type="sldNum" sz="quarter" idx="12"/>
          </p:nvPr>
        </p:nvSpPr>
        <p:spPr/>
        <p:txBody>
          <a:bodyPr/>
          <a:lstStyle/>
          <a:p>
            <a:pPr rtl="0"/>
            <a:fld id="{9EC71654-96A5-4280-94F3-931C61A9F92C}" type="slidenum">
              <a:rPr lang="fr-FR" noProof="0" smtClean="0"/>
              <a:pPr rtl="0"/>
              <a:t>7</a:t>
            </a:fld>
            <a:endParaRPr lang="fr-FR" noProof="0" dirty="0"/>
          </a:p>
        </p:txBody>
      </p:sp>
      <p:graphicFrame>
        <p:nvGraphicFramePr>
          <p:cNvPr id="6" name="Espace réservé du contenu 5">
            <a:extLst>
              <a:ext uri="{FF2B5EF4-FFF2-40B4-BE49-F238E27FC236}">
                <a16:creationId xmlns:a16="http://schemas.microsoft.com/office/drawing/2014/main" id="{81D49077-DB61-49E7-BF27-35BC2614C6DD}"/>
              </a:ext>
            </a:extLst>
          </p:cNvPr>
          <p:cNvGraphicFramePr>
            <a:graphicFrameLocks noGrp="1"/>
          </p:cNvGraphicFramePr>
          <p:nvPr>
            <p:ph idx="1"/>
            <p:extLst>
              <p:ext uri="{D42A27DB-BD31-4B8C-83A1-F6EECF244321}">
                <p14:modId xmlns:p14="http://schemas.microsoft.com/office/powerpoint/2010/main" val="1014500743"/>
              </p:ext>
            </p:extLst>
          </p:nvPr>
        </p:nvGraphicFramePr>
        <p:xfrm>
          <a:off x="515938" y="1825625"/>
          <a:ext cx="11676062"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re 3">
            <a:extLst>
              <a:ext uri="{FF2B5EF4-FFF2-40B4-BE49-F238E27FC236}">
                <a16:creationId xmlns:a16="http://schemas.microsoft.com/office/drawing/2014/main" id="{9D7F44B2-224D-4A6F-B34F-3A93EA70813B}"/>
              </a:ext>
            </a:extLst>
          </p:cNvPr>
          <p:cNvSpPr>
            <a:spLocks noGrp="1"/>
          </p:cNvSpPr>
          <p:nvPr>
            <p:ph type="title"/>
          </p:nvPr>
        </p:nvSpPr>
        <p:spPr/>
        <p:txBody>
          <a:bodyPr/>
          <a:lstStyle/>
          <a:p>
            <a:r>
              <a:rPr lang="fr-FR" dirty="0">
                <a:solidFill>
                  <a:srgbClr val="0072C7"/>
                </a:solidFill>
              </a:rPr>
              <a:t>RESTAURANT VATEL</a:t>
            </a:r>
          </a:p>
        </p:txBody>
      </p:sp>
    </p:spTree>
    <p:extLst>
      <p:ext uri="{BB962C8B-B14F-4D97-AF65-F5344CB8AC3E}">
        <p14:creationId xmlns:p14="http://schemas.microsoft.com/office/powerpoint/2010/main" val="5016979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52F4F1D-4E1E-4042-873B-B5E2756A4AD1}"/>
              </a:ext>
            </a:extLst>
          </p:cNvPr>
          <p:cNvSpPr>
            <a:spLocks noGrp="1"/>
          </p:cNvSpPr>
          <p:nvPr>
            <p:ph type="sldNum" sz="quarter" idx="12"/>
          </p:nvPr>
        </p:nvSpPr>
        <p:spPr/>
        <p:txBody>
          <a:bodyPr/>
          <a:lstStyle/>
          <a:p>
            <a:pPr rtl="0"/>
            <a:fld id="{9EC71654-96A5-4280-94F3-931C61A9F92C}" type="slidenum">
              <a:rPr lang="fr-FR" noProof="0" smtClean="0"/>
              <a:pPr rtl="0"/>
              <a:t>8</a:t>
            </a:fld>
            <a:endParaRPr lang="fr-FR" noProof="0" dirty="0"/>
          </a:p>
        </p:txBody>
      </p:sp>
      <p:sp>
        <p:nvSpPr>
          <p:cNvPr id="3" name="Espace réservé du contenu 2">
            <a:extLst>
              <a:ext uri="{FF2B5EF4-FFF2-40B4-BE49-F238E27FC236}">
                <a16:creationId xmlns:a16="http://schemas.microsoft.com/office/drawing/2014/main" id="{300F7CA4-CADF-4970-B5B0-3C3F8FAC9DB7}"/>
              </a:ext>
            </a:extLst>
          </p:cNvPr>
          <p:cNvSpPr>
            <a:spLocks noGrp="1"/>
          </p:cNvSpPr>
          <p:nvPr>
            <p:ph idx="1"/>
          </p:nvPr>
        </p:nvSpPr>
        <p:spPr/>
        <p:txBody>
          <a:bodyPr/>
          <a:lstStyle/>
          <a:p>
            <a:r>
              <a:rPr lang="fr-FR" b="1" u="sng" dirty="0">
                <a:solidFill>
                  <a:srgbClr val="0D1D51"/>
                </a:solidFill>
              </a:rPr>
              <a:t>Les valeurs de Vatel</a:t>
            </a:r>
          </a:p>
          <a:p>
            <a:endParaRPr lang="fr-FR" b="1" u="sng" dirty="0">
              <a:solidFill>
                <a:srgbClr val="0D1D51"/>
              </a:solidFill>
            </a:endParaRPr>
          </a:p>
        </p:txBody>
      </p:sp>
      <p:sp>
        <p:nvSpPr>
          <p:cNvPr id="4" name="Titre 3">
            <a:extLst>
              <a:ext uri="{FF2B5EF4-FFF2-40B4-BE49-F238E27FC236}">
                <a16:creationId xmlns:a16="http://schemas.microsoft.com/office/drawing/2014/main" id="{95CD3770-C5A6-4748-BAA6-32A758E3DFBF}"/>
              </a:ext>
            </a:extLst>
          </p:cNvPr>
          <p:cNvSpPr>
            <a:spLocks noGrp="1"/>
          </p:cNvSpPr>
          <p:nvPr>
            <p:ph type="title"/>
          </p:nvPr>
        </p:nvSpPr>
        <p:spPr/>
        <p:txBody>
          <a:bodyPr/>
          <a:lstStyle/>
          <a:p>
            <a:r>
              <a:rPr lang="fr-FR" dirty="0">
                <a:solidFill>
                  <a:srgbClr val="0072C7"/>
                </a:solidFill>
              </a:rPr>
              <a:t>LA CULTURE D’ENTREPRISE DE VATEL</a:t>
            </a:r>
          </a:p>
        </p:txBody>
      </p:sp>
      <p:graphicFrame>
        <p:nvGraphicFramePr>
          <p:cNvPr id="6" name="Diagramme 5">
            <a:extLst>
              <a:ext uri="{FF2B5EF4-FFF2-40B4-BE49-F238E27FC236}">
                <a16:creationId xmlns:a16="http://schemas.microsoft.com/office/drawing/2014/main" id="{1AA43623-79AA-432D-80CB-532EF871C548}"/>
              </a:ext>
            </a:extLst>
          </p:cNvPr>
          <p:cNvGraphicFramePr/>
          <p:nvPr>
            <p:extLst>
              <p:ext uri="{D42A27DB-BD31-4B8C-83A1-F6EECF244321}">
                <p14:modId xmlns:p14="http://schemas.microsoft.com/office/powerpoint/2010/main" val="2152287539"/>
              </p:ext>
            </p:extLst>
          </p:nvPr>
        </p:nvGraphicFramePr>
        <p:xfrm>
          <a:off x="838200" y="2523067"/>
          <a:ext cx="10515600" cy="36152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638804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152F4F1D-4E1E-4042-873B-B5E2756A4AD1}"/>
              </a:ext>
            </a:extLst>
          </p:cNvPr>
          <p:cNvSpPr>
            <a:spLocks noGrp="1"/>
          </p:cNvSpPr>
          <p:nvPr>
            <p:ph type="sldNum" sz="quarter" idx="12"/>
          </p:nvPr>
        </p:nvSpPr>
        <p:spPr/>
        <p:txBody>
          <a:bodyPr/>
          <a:lstStyle/>
          <a:p>
            <a:pPr rtl="0"/>
            <a:fld id="{9EC71654-96A5-4280-94F3-931C61A9F92C}" type="slidenum">
              <a:rPr lang="fr-FR" noProof="0" smtClean="0"/>
              <a:pPr rtl="0"/>
              <a:t>9</a:t>
            </a:fld>
            <a:endParaRPr lang="fr-FR" noProof="0" dirty="0"/>
          </a:p>
        </p:txBody>
      </p:sp>
      <p:sp>
        <p:nvSpPr>
          <p:cNvPr id="3" name="Espace réservé du contenu 2">
            <a:extLst>
              <a:ext uri="{FF2B5EF4-FFF2-40B4-BE49-F238E27FC236}">
                <a16:creationId xmlns:a16="http://schemas.microsoft.com/office/drawing/2014/main" id="{300F7CA4-CADF-4970-B5B0-3C3F8FAC9DB7}"/>
              </a:ext>
            </a:extLst>
          </p:cNvPr>
          <p:cNvSpPr>
            <a:spLocks noGrp="1"/>
          </p:cNvSpPr>
          <p:nvPr>
            <p:ph idx="1"/>
          </p:nvPr>
        </p:nvSpPr>
        <p:spPr/>
        <p:txBody>
          <a:bodyPr/>
          <a:lstStyle/>
          <a:p>
            <a:r>
              <a:rPr lang="fr-FR" b="1" u="sng" dirty="0">
                <a:solidFill>
                  <a:srgbClr val="0D1D51"/>
                </a:solidFill>
              </a:rPr>
              <a:t>Les valeurs de Vatel</a:t>
            </a:r>
          </a:p>
          <a:p>
            <a:endParaRPr lang="fr-FR" b="1" u="sng" dirty="0">
              <a:solidFill>
                <a:srgbClr val="0D1D51"/>
              </a:solidFill>
            </a:endParaRPr>
          </a:p>
        </p:txBody>
      </p:sp>
      <p:sp>
        <p:nvSpPr>
          <p:cNvPr id="4" name="Titre 3">
            <a:extLst>
              <a:ext uri="{FF2B5EF4-FFF2-40B4-BE49-F238E27FC236}">
                <a16:creationId xmlns:a16="http://schemas.microsoft.com/office/drawing/2014/main" id="{95CD3770-C5A6-4748-BAA6-32A758E3DFBF}"/>
              </a:ext>
            </a:extLst>
          </p:cNvPr>
          <p:cNvSpPr>
            <a:spLocks noGrp="1"/>
          </p:cNvSpPr>
          <p:nvPr>
            <p:ph type="title"/>
          </p:nvPr>
        </p:nvSpPr>
        <p:spPr/>
        <p:txBody>
          <a:bodyPr/>
          <a:lstStyle/>
          <a:p>
            <a:r>
              <a:rPr lang="fr-FR" dirty="0">
                <a:solidFill>
                  <a:srgbClr val="0072C7"/>
                </a:solidFill>
              </a:rPr>
              <a:t>LA CULTURE D’ENTREPRISE DE VATEL</a:t>
            </a:r>
          </a:p>
        </p:txBody>
      </p:sp>
      <p:graphicFrame>
        <p:nvGraphicFramePr>
          <p:cNvPr id="6" name="Diagramme 5">
            <a:extLst>
              <a:ext uri="{FF2B5EF4-FFF2-40B4-BE49-F238E27FC236}">
                <a16:creationId xmlns:a16="http://schemas.microsoft.com/office/drawing/2014/main" id="{1AA43623-79AA-432D-80CB-532EF871C548}"/>
              </a:ext>
            </a:extLst>
          </p:cNvPr>
          <p:cNvGraphicFramePr/>
          <p:nvPr>
            <p:extLst>
              <p:ext uri="{D42A27DB-BD31-4B8C-83A1-F6EECF244321}">
                <p14:modId xmlns:p14="http://schemas.microsoft.com/office/powerpoint/2010/main" val="3046730096"/>
              </p:ext>
            </p:extLst>
          </p:nvPr>
        </p:nvGraphicFramePr>
        <p:xfrm>
          <a:off x="838200" y="2523067"/>
          <a:ext cx="10515600" cy="36152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493940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FB6FD140-E5DD-4999-9ECC-A3A84AE860BD}"/>
              </a:ext>
            </a:extLst>
          </p:cNvPr>
          <p:cNvSpPr>
            <a:spLocks noGrp="1"/>
          </p:cNvSpPr>
          <p:nvPr>
            <p:ph type="sldNum" sz="quarter" idx="12"/>
          </p:nvPr>
        </p:nvSpPr>
        <p:spPr/>
        <p:txBody>
          <a:bodyPr/>
          <a:lstStyle/>
          <a:p>
            <a:pPr rtl="0"/>
            <a:fld id="{9EC71654-96A5-4280-94F3-931C61A9F92C}" type="slidenum">
              <a:rPr lang="fr-FR" noProof="0" smtClean="0"/>
              <a:pPr rtl="0"/>
              <a:t>10</a:t>
            </a:fld>
            <a:endParaRPr lang="fr-FR" noProof="0" dirty="0"/>
          </a:p>
        </p:txBody>
      </p:sp>
      <p:sp>
        <p:nvSpPr>
          <p:cNvPr id="3" name="Espace réservé du contenu 2">
            <a:extLst>
              <a:ext uri="{FF2B5EF4-FFF2-40B4-BE49-F238E27FC236}">
                <a16:creationId xmlns:a16="http://schemas.microsoft.com/office/drawing/2014/main" id="{B6D09D6A-A17A-4247-902D-04A8D51C599D}"/>
              </a:ext>
            </a:extLst>
          </p:cNvPr>
          <p:cNvSpPr>
            <a:spLocks noGrp="1"/>
          </p:cNvSpPr>
          <p:nvPr>
            <p:ph idx="1"/>
          </p:nvPr>
        </p:nvSpPr>
        <p:spPr/>
        <p:txBody>
          <a:bodyPr/>
          <a:lstStyle/>
          <a:p>
            <a:r>
              <a:rPr lang="fr-FR" u="sng" dirty="0">
                <a:solidFill>
                  <a:srgbClr val="0D1D51"/>
                </a:solidFill>
              </a:rPr>
              <a:t>La tenue vestimentaire spécifique</a:t>
            </a:r>
          </a:p>
          <a:p>
            <a:endParaRPr lang="fr-FR" u="sng" dirty="0">
              <a:solidFill>
                <a:srgbClr val="0D1D51"/>
              </a:solidFill>
            </a:endParaRPr>
          </a:p>
        </p:txBody>
      </p:sp>
      <p:sp>
        <p:nvSpPr>
          <p:cNvPr id="4" name="Titre 3">
            <a:extLst>
              <a:ext uri="{FF2B5EF4-FFF2-40B4-BE49-F238E27FC236}">
                <a16:creationId xmlns:a16="http://schemas.microsoft.com/office/drawing/2014/main" id="{68D4519C-4CA9-44D6-A4DA-F067A6D6C8CC}"/>
              </a:ext>
            </a:extLst>
          </p:cNvPr>
          <p:cNvSpPr>
            <a:spLocks noGrp="1"/>
          </p:cNvSpPr>
          <p:nvPr>
            <p:ph type="title"/>
          </p:nvPr>
        </p:nvSpPr>
        <p:spPr/>
        <p:txBody>
          <a:bodyPr/>
          <a:lstStyle/>
          <a:p>
            <a:r>
              <a:rPr lang="fr-FR" dirty="0">
                <a:solidFill>
                  <a:srgbClr val="0072C7"/>
                </a:solidFill>
              </a:rPr>
              <a:t>LA CULTURE D’ENTREPRISE DE VATEL</a:t>
            </a:r>
            <a:endParaRPr lang="fr-FR" dirty="0"/>
          </a:p>
        </p:txBody>
      </p:sp>
      <p:sp>
        <p:nvSpPr>
          <p:cNvPr id="7" name="Rectangle : coins arrondis 6">
            <a:extLst>
              <a:ext uri="{FF2B5EF4-FFF2-40B4-BE49-F238E27FC236}">
                <a16:creationId xmlns:a16="http://schemas.microsoft.com/office/drawing/2014/main" id="{12BCE2C6-4E09-4C61-B631-7C1D427CC767}"/>
              </a:ext>
            </a:extLst>
          </p:cNvPr>
          <p:cNvSpPr/>
          <p:nvPr/>
        </p:nvSpPr>
        <p:spPr>
          <a:xfrm>
            <a:off x="1828799" y="2464904"/>
            <a:ext cx="3067882" cy="3472070"/>
          </a:xfrm>
          <a:prstGeom prst="roundRect">
            <a:avLst/>
          </a:prstGeom>
          <a:blipFill dpi="0" rotWithShape="1">
            <a:blip r:embed="rId2">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 coins arrondis 7">
            <a:extLst>
              <a:ext uri="{FF2B5EF4-FFF2-40B4-BE49-F238E27FC236}">
                <a16:creationId xmlns:a16="http://schemas.microsoft.com/office/drawing/2014/main" id="{A517FC64-F1DF-44A7-8B48-25932ABF8EC7}"/>
              </a:ext>
            </a:extLst>
          </p:cNvPr>
          <p:cNvSpPr/>
          <p:nvPr/>
        </p:nvSpPr>
        <p:spPr>
          <a:xfrm>
            <a:off x="7295320" y="2345634"/>
            <a:ext cx="2968488" cy="3710609"/>
          </a:xfrm>
          <a:prstGeom prst="round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EDB51D0D-1AE4-48B5-BCA6-B1093798BBE7}"/>
              </a:ext>
            </a:extLst>
          </p:cNvPr>
          <p:cNvSpPr txBox="1"/>
          <p:nvPr/>
        </p:nvSpPr>
        <p:spPr>
          <a:xfrm>
            <a:off x="2239617" y="6176963"/>
            <a:ext cx="2438400" cy="369332"/>
          </a:xfrm>
          <a:prstGeom prst="rect">
            <a:avLst/>
          </a:prstGeom>
          <a:noFill/>
        </p:spPr>
        <p:txBody>
          <a:bodyPr wrap="square" rtlCol="0">
            <a:spAutoFit/>
          </a:bodyPr>
          <a:lstStyle/>
          <a:p>
            <a:pPr algn="ctr"/>
            <a:r>
              <a:rPr lang="fr-FR" b="1" dirty="0"/>
              <a:t>HOMME</a:t>
            </a:r>
          </a:p>
        </p:txBody>
      </p:sp>
      <p:sp>
        <p:nvSpPr>
          <p:cNvPr id="10" name="ZoneTexte 9">
            <a:extLst>
              <a:ext uri="{FF2B5EF4-FFF2-40B4-BE49-F238E27FC236}">
                <a16:creationId xmlns:a16="http://schemas.microsoft.com/office/drawing/2014/main" id="{F94E015E-18C3-4E56-B201-07340B5C331A}"/>
              </a:ext>
            </a:extLst>
          </p:cNvPr>
          <p:cNvSpPr txBox="1"/>
          <p:nvPr/>
        </p:nvSpPr>
        <p:spPr>
          <a:xfrm>
            <a:off x="7666382" y="6176963"/>
            <a:ext cx="2438400" cy="369332"/>
          </a:xfrm>
          <a:prstGeom prst="rect">
            <a:avLst/>
          </a:prstGeom>
          <a:noFill/>
        </p:spPr>
        <p:txBody>
          <a:bodyPr wrap="square" rtlCol="0">
            <a:spAutoFit/>
          </a:bodyPr>
          <a:lstStyle/>
          <a:p>
            <a:pPr algn="ctr"/>
            <a:r>
              <a:rPr lang="fr-FR" b="1" dirty="0"/>
              <a:t>FEMME</a:t>
            </a:r>
          </a:p>
        </p:txBody>
      </p:sp>
    </p:spTree>
    <p:extLst>
      <p:ext uri="{BB962C8B-B14F-4D97-AF65-F5344CB8AC3E}">
        <p14:creationId xmlns:p14="http://schemas.microsoft.com/office/powerpoint/2010/main" val="22257598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AEDED661-EAF6-42E9-BDC7-398A5700D972}"/>
              </a:ext>
            </a:extLst>
          </p:cNvPr>
          <p:cNvSpPr>
            <a:spLocks noGrp="1"/>
          </p:cNvSpPr>
          <p:nvPr>
            <p:ph type="sldNum" sz="quarter" idx="12"/>
          </p:nvPr>
        </p:nvSpPr>
        <p:spPr/>
        <p:txBody>
          <a:bodyPr/>
          <a:lstStyle/>
          <a:p>
            <a:pPr rtl="0"/>
            <a:fld id="{9EC71654-96A5-4280-94F3-931C61A9F92C}" type="slidenum">
              <a:rPr lang="fr-FR" noProof="0" smtClean="0"/>
              <a:pPr rtl="0"/>
              <a:t>11</a:t>
            </a:fld>
            <a:endParaRPr lang="fr-FR" noProof="0" dirty="0"/>
          </a:p>
        </p:txBody>
      </p:sp>
      <p:sp>
        <p:nvSpPr>
          <p:cNvPr id="3" name="Espace réservé du contenu 2">
            <a:extLst>
              <a:ext uri="{FF2B5EF4-FFF2-40B4-BE49-F238E27FC236}">
                <a16:creationId xmlns:a16="http://schemas.microsoft.com/office/drawing/2014/main" id="{D12D0CBE-9652-4D68-864B-1F0A56D1254A}"/>
              </a:ext>
            </a:extLst>
          </p:cNvPr>
          <p:cNvSpPr>
            <a:spLocks noGrp="1"/>
          </p:cNvSpPr>
          <p:nvPr>
            <p:ph idx="1"/>
          </p:nvPr>
        </p:nvSpPr>
        <p:spPr>
          <a:xfrm>
            <a:off x="515938" y="1825625"/>
            <a:ext cx="11142218" cy="4351338"/>
          </a:xfrm>
        </p:spPr>
        <p:txBody>
          <a:bodyPr/>
          <a:lstStyle/>
          <a:p>
            <a:r>
              <a:rPr lang="fr-FR" u="sng" dirty="0">
                <a:solidFill>
                  <a:srgbClr val="0D1D51"/>
                </a:solidFill>
              </a:rPr>
              <a:t>Le style de leadership: </a:t>
            </a:r>
            <a:r>
              <a:rPr lang="fr-FR" dirty="0">
                <a:solidFill>
                  <a:srgbClr val="00B0F0"/>
                </a:solidFill>
              </a:rPr>
              <a:t>Servant Leadership_ Leadership Transformationnelle</a:t>
            </a:r>
          </a:p>
          <a:p>
            <a:r>
              <a:rPr lang="fr-FR" u="sng" dirty="0">
                <a:solidFill>
                  <a:srgbClr val="0D1D51"/>
                </a:solidFill>
              </a:rPr>
              <a:t>Manifestations</a:t>
            </a:r>
            <a:r>
              <a:rPr lang="fr-FR" sz="2400" u="sng" dirty="0">
                <a:solidFill>
                  <a:srgbClr val="0D1D51"/>
                </a:solidFill>
              </a:rPr>
              <a:t>:</a:t>
            </a:r>
            <a:endParaRPr lang="fr-FR" sz="2400" dirty="0">
              <a:solidFill>
                <a:srgbClr val="0D1D51"/>
              </a:solidFill>
            </a:endParaRPr>
          </a:p>
          <a:p>
            <a:endParaRPr lang="fr-FR" sz="2400" u="sng" dirty="0">
              <a:solidFill>
                <a:srgbClr val="0D1D51"/>
              </a:solidFill>
            </a:endParaRPr>
          </a:p>
          <a:p>
            <a:endParaRPr lang="fr-FR" sz="2400" u="sng" dirty="0">
              <a:solidFill>
                <a:srgbClr val="0D1D51"/>
              </a:solidFill>
            </a:endParaRPr>
          </a:p>
        </p:txBody>
      </p:sp>
      <p:sp>
        <p:nvSpPr>
          <p:cNvPr id="4" name="Titre 3">
            <a:extLst>
              <a:ext uri="{FF2B5EF4-FFF2-40B4-BE49-F238E27FC236}">
                <a16:creationId xmlns:a16="http://schemas.microsoft.com/office/drawing/2014/main" id="{C4841DD9-5529-4FDD-9D9F-EF6418F3666B}"/>
              </a:ext>
            </a:extLst>
          </p:cNvPr>
          <p:cNvSpPr>
            <a:spLocks noGrp="1"/>
          </p:cNvSpPr>
          <p:nvPr>
            <p:ph type="title"/>
          </p:nvPr>
        </p:nvSpPr>
        <p:spPr/>
        <p:txBody>
          <a:bodyPr/>
          <a:lstStyle/>
          <a:p>
            <a:r>
              <a:rPr lang="fr-FR" dirty="0">
                <a:solidFill>
                  <a:srgbClr val="0072C7"/>
                </a:solidFill>
              </a:rPr>
              <a:t>Modèle de leadership de Vatel</a:t>
            </a:r>
          </a:p>
        </p:txBody>
      </p:sp>
      <p:graphicFrame>
        <p:nvGraphicFramePr>
          <p:cNvPr id="5" name="Diagramme 4">
            <a:extLst>
              <a:ext uri="{FF2B5EF4-FFF2-40B4-BE49-F238E27FC236}">
                <a16:creationId xmlns:a16="http://schemas.microsoft.com/office/drawing/2014/main" id="{C3721D47-DDA7-425C-B733-184D759A432D}"/>
              </a:ext>
            </a:extLst>
          </p:cNvPr>
          <p:cNvGraphicFramePr/>
          <p:nvPr>
            <p:extLst>
              <p:ext uri="{D42A27DB-BD31-4B8C-83A1-F6EECF244321}">
                <p14:modId xmlns:p14="http://schemas.microsoft.com/office/powerpoint/2010/main" val="1442917181"/>
              </p:ext>
            </p:extLst>
          </p:nvPr>
        </p:nvGraphicFramePr>
        <p:xfrm>
          <a:off x="940905" y="3311917"/>
          <a:ext cx="9855200" cy="28650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886861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3B2277EC-719A-4AE9-95B7-6090B6ECD422}"/>
              </a:ext>
            </a:extLst>
          </p:cNvPr>
          <p:cNvSpPr>
            <a:spLocks noGrp="1"/>
          </p:cNvSpPr>
          <p:nvPr>
            <p:ph type="sldNum" sz="quarter" idx="12"/>
          </p:nvPr>
        </p:nvSpPr>
        <p:spPr/>
        <p:txBody>
          <a:bodyPr/>
          <a:lstStyle/>
          <a:p>
            <a:pPr rtl="0"/>
            <a:fld id="{9EC71654-96A5-4280-94F3-931C61A9F92C}" type="slidenum">
              <a:rPr lang="fr-FR" noProof="0" smtClean="0"/>
              <a:pPr rtl="0"/>
              <a:t>12</a:t>
            </a:fld>
            <a:endParaRPr lang="fr-FR" noProof="0" dirty="0"/>
          </a:p>
        </p:txBody>
      </p:sp>
      <p:graphicFrame>
        <p:nvGraphicFramePr>
          <p:cNvPr id="10" name="Espace réservé du contenu 9">
            <a:extLst>
              <a:ext uri="{FF2B5EF4-FFF2-40B4-BE49-F238E27FC236}">
                <a16:creationId xmlns:a16="http://schemas.microsoft.com/office/drawing/2014/main" id="{608DA410-5193-453D-A892-4E3EF3FD1A04}"/>
              </a:ext>
            </a:extLst>
          </p:cNvPr>
          <p:cNvGraphicFramePr>
            <a:graphicFrameLocks noGrp="1"/>
          </p:cNvGraphicFramePr>
          <p:nvPr>
            <p:ph idx="1"/>
            <p:extLst>
              <p:ext uri="{D42A27DB-BD31-4B8C-83A1-F6EECF244321}">
                <p14:modId xmlns:p14="http://schemas.microsoft.com/office/powerpoint/2010/main" val="887552556"/>
              </p:ext>
            </p:extLst>
          </p:nvPr>
        </p:nvGraphicFramePr>
        <p:xfrm>
          <a:off x="515938" y="1417983"/>
          <a:ext cx="10837862" cy="50377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re 3">
            <a:extLst>
              <a:ext uri="{FF2B5EF4-FFF2-40B4-BE49-F238E27FC236}">
                <a16:creationId xmlns:a16="http://schemas.microsoft.com/office/drawing/2014/main" id="{9FB028F7-8CF3-4667-A88F-161AAE4CA22C}"/>
              </a:ext>
            </a:extLst>
          </p:cNvPr>
          <p:cNvSpPr>
            <a:spLocks noGrp="1"/>
          </p:cNvSpPr>
          <p:nvPr>
            <p:ph type="title"/>
          </p:nvPr>
        </p:nvSpPr>
        <p:spPr/>
        <p:txBody>
          <a:bodyPr/>
          <a:lstStyle/>
          <a:p>
            <a:r>
              <a:rPr lang="fr-FR" dirty="0">
                <a:solidFill>
                  <a:srgbClr val="0072C7"/>
                </a:solidFill>
              </a:rPr>
              <a:t>Modèle de leadership de Vatel</a:t>
            </a:r>
            <a:endParaRPr lang="fr-FR" dirty="0"/>
          </a:p>
        </p:txBody>
      </p:sp>
    </p:spTree>
    <p:extLst>
      <p:ext uri="{BB962C8B-B14F-4D97-AF65-F5344CB8AC3E}">
        <p14:creationId xmlns:p14="http://schemas.microsoft.com/office/powerpoint/2010/main" val="12642722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A546EA56-4B98-4E4D-BC10-ACB0415E95E8}"/>
              </a:ext>
            </a:extLst>
          </p:cNvPr>
          <p:cNvSpPr>
            <a:spLocks noGrp="1"/>
          </p:cNvSpPr>
          <p:nvPr>
            <p:ph type="sldNum" sz="quarter" idx="12"/>
          </p:nvPr>
        </p:nvSpPr>
        <p:spPr/>
        <p:txBody>
          <a:bodyPr/>
          <a:lstStyle/>
          <a:p>
            <a:pPr rtl="0"/>
            <a:fld id="{9EC71654-96A5-4280-94F3-931C61A9F92C}" type="slidenum">
              <a:rPr lang="fr-FR" noProof="0" smtClean="0"/>
              <a:pPr rtl="0"/>
              <a:t>13</a:t>
            </a:fld>
            <a:endParaRPr lang="fr-FR" noProof="0" dirty="0"/>
          </a:p>
        </p:txBody>
      </p:sp>
      <p:sp>
        <p:nvSpPr>
          <p:cNvPr id="3" name="Espace réservé du contenu 2">
            <a:extLst>
              <a:ext uri="{FF2B5EF4-FFF2-40B4-BE49-F238E27FC236}">
                <a16:creationId xmlns:a16="http://schemas.microsoft.com/office/drawing/2014/main" id="{ADE142E3-A743-4616-A763-8B60070B825E}"/>
              </a:ext>
            </a:extLst>
          </p:cNvPr>
          <p:cNvSpPr>
            <a:spLocks noGrp="1"/>
          </p:cNvSpPr>
          <p:nvPr>
            <p:ph idx="1"/>
          </p:nvPr>
        </p:nvSpPr>
        <p:spPr/>
        <p:txBody>
          <a:bodyPr/>
          <a:lstStyle/>
          <a:p>
            <a:r>
              <a:rPr lang="fr-FR" u="sng" dirty="0"/>
              <a:t>Les canaux de communication utilisés</a:t>
            </a:r>
          </a:p>
          <a:p>
            <a:endParaRPr lang="fr-FR" u="sng" dirty="0"/>
          </a:p>
        </p:txBody>
      </p:sp>
      <p:sp>
        <p:nvSpPr>
          <p:cNvPr id="4" name="Titre 3">
            <a:extLst>
              <a:ext uri="{FF2B5EF4-FFF2-40B4-BE49-F238E27FC236}">
                <a16:creationId xmlns:a16="http://schemas.microsoft.com/office/drawing/2014/main" id="{E40D914F-955A-4AFA-8077-FDE002140779}"/>
              </a:ext>
            </a:extLst>
          </p:cNvPr>
          <p:cNvSpPr>
            <a:spLocks noGrp="1"/>
          </p:cNvSpPr>
          <p:nvPr>
            <p:ph type="title"/>
          </p:nvPr>
        </p:nvSpPr>
        <p:spPr/>
        <p:txBody>
          <a:bodyPr/>
          <a:lstStyle/>
          <a:p>
            <a:r>
              <a:rPr lang="fr-FR" dirty="0">
                <a:solidFill>
                  <a:srgbClr val="0072C7"/>
                </a:solidFill>
              </a:rPr>
              <a:t>La communication au sein de Vatel</a:t>
            </a:r>
          </a:p>
        </p:txBody>
      </p:sp>
      <p:graphicFrame>
        <p:nvGraphicFramePr>
          <p:cNvPr id="5" name="Diagramme 4">
            <a:extLst>
              <a:ext uri="{FF2B5EF4-FFF2-40B4-BE49-F238E27FC236}">
                <a16:creationId xmlns:a16="http://schemas.microsoft.com/office/drawing/2014/main" id="{4FFD5C96-CA0D-4053-876E-35A7315BA462}"/>
              </a:ext>
            </a:extLst>
          </p:cNvPr>
          <p:cNvGraphicFramePr/>
          <p:nvPr>
            <p:extLst>
              <p:ext uri="{D42A27DB-BD31-4B8C-83A1-F6EECF244321}">
                <p14:modId xmlns:p14="http://schemas.microsoft.com/office/powerpoint/2010/main" val="814856413"/>
              </p:ext>
            </p:extLst>
          </p:nvPr>
        </p:nvGraphicFramePr>
        <p:xfrm>
          <a:off x="673064" y="1665640"/>
          <a:ext cx="11150600" cy="51923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126881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A0053315-BBFC-4D3A-AE3C-46D7A14FEE69}"/>
              </a:ext>
            </a:extLst>
          </p:cNvPr>
          <p:cNvSpPr>
            <a:spLocks noGrp="1"/>
          </p:cNvSpPr>
          <p:nvPr>
            <p:ph type="sldNum" sz="quarter" idx="12"/>
          </p:nvPr>
        </p:nvSpPr>
        <p:spPr/>
        <p:txBody>
          <a:bodyPr/>
          <a:lstStyle/>
          <a:p>
            <a:pPr rtl="0"/>
            <a:fld id="{9EC71654-96A5-4280-94F3-931C61A9F92C}" type="slidenum">
              <a:rPr lang="fr-FR" noProof="0" smtClean="0"/>
              <a:pPr rtl="0"/>
              <a:t>14</a:t>
            </a:fld>
            <a:endParaRPr lang="fr-FR" noProof="0" dirty="0"/>
          </a:p>
        </p:txBody>
      </p:sp>
      <p:sp>
        <p:nvSpPr>
          <p:cNvPr id="3" name="Espace réservé du contenu 2">
            <a:extLst>
              <a:ext uri="{FF2B5EF4-FFF2-40B4-BE49-F238E27FC236}">
                <a16:creationId xmlns:a16="http://schemas.microsoft.com/office/drawing/2014/main" id="{9C6B5E68-B481-40BE-B46F-554E45447C3B}"/>
              </a:ext>
            </a:extLst>
          </p:cNvPr>
          <p:cNvSpPr>
            <a:spLocks noGrp="1"/>
          </p:cNvSpPr>
          <p:nvPr>
            <p:ph idx="1"/>
          </p:nvPr>
        </p:nvSpPr>
        <p:spPr/>
        <p:txBody>
          <a:bodyPr/>
          <a:lstStyle/>
          <a:p>
            <a:r>
              <a:rPr lang="fr-FR" u="sng" dirty="0"/>
              <a:t>La communication descendante</a:t>
            </a:r>
          </a:p>
          <a:p>
            <a:endParaRPr lang="fr-FR" u="sng" dirty="0"/>
          </a:p>
        </p:txBody>
      </p:sp>
      <p:sp>
        <p:nvSpPr>
          <p:cNvPr id="4" name="Titre 3">
            <a:extLst>
              <a:ext uri="{FF2B5EF4-FFF2-40B4-BE49-F238E27FC236}">
                <a16:creationId xmlns:a16="http://schemas.microsoft.com/office/drawing/2014/main" id="{AA00B608-8F16-4F69-BECE-32DDAEC03E1D}"/>
              </a:ext>
            </a:extLst>
          </p:cNvPr>
          <p:cNvSpPr>
            <a:spLocks noGrp="1"/>
          </p:cNvSpPr>
          <p:nvPr>
            <p:ph type="title"/>
          </p:nvPr>
        </p:nvSpPr>
        <p:spPr/>
        <p:txBody>
          <a:bodyPr/>
          <a:lstStyle/>
          <a:p>
            <a:r>
              <a:rPr lang="fr-FR" dirty="0">
                <a:solidFill>
                  <a:srgbClr val="0072C7"/>
                </a:solidFill>
              </a:rPr>
              <a:t>La communication au sein de Vatel</a:t>
            </a:r>
            <a:endParaRPr lang="fr-FR" dirty="0"/>
          </a:p>
        </p:txBody>
      </p:sp>
      <p:graphicFrame>
        <p:nvGraphicFramePr>
          <p:cNvPr id="5" name="Diagramme 4">
            <a:extLst>
              <a:ext uri="{FF2B5EF4-FFF2-40B4-BE49-F238E27FC236}">
                <a16:creationId xmlns:a16="http://schemas.microsoft.com/office/drawing/2014/main" id="{D9018C72-8D1F-4F65-92E2-64EE6DB0679C}"/>
              </a:ext>
            </a:extLst>
          </p:cNvPr>
          <p:cNvGraphicFramePr/>
          <p:nvPr>
            <p:extLst>
              <p:ext uri="{D42A27DB-BD31-4B8C-83A1-F6EECF244321}">
                <p14:modId xmlns:p14="http://schemas.microsoft.com/office/powerpoint/2010/main" val="2467244576"/>
              </p:ext>
            </p:extLst>
          </p:nvPr>
        </p:nvGraphicFramePr>
        <p:xfrm>
          <a:off x="701468" y="2425148"/>
          <a:ext cx="10099053" cy="11794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Diagramme 5">
            <a:extLst>
              <a:ext uri="{FF2B5EF4-FFF2-40B4-BE49-F238E27FC236}">
                <a16:creationId xmlns:a16="http://schemas.microsoft.com/office/drawing/2014/main" id="{010DD2A5-5319-4A6A-8EEB-11A5502ED1B8}"/>
              </a:ext>
            </a:extLst>
          </p:cNvPr>
          <p:cNvGraphicFramePr/>
          <p:nvPr>
            <p:extLst>
              <p:ext uri="{D42A27DB-BD31-4B8C-83A1-F6EECF244321}">
                <p14:modId xmlns:p14="http://schemas.microsoft.com/office/powerpoint/2010/main" val="2694363463"/>
              </p:ext>
            </p:extLst>
          </p:nvPr>
        </p:nvGraphicFramePr>
        <p:xfrm>
          <a:off x="701468" y="3429000"/>
          <a:ext cx="10354996" cy="367342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1357954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0FD4E22C-B77E-4028-94AC-45F1DD54F84C}"/>
              </a:ext>
            </a:extLst>
          </p:cNvPr>
          <p:cNvSpPr>
            <a:spLocks noGrp="1"/>
          </p:cNvSpPr>
          <p:nvPr>
            <p:ph type="title"/>
          </p:nvPr>
        </p:nvSpPr>
        <p:spPr/>
        <p:txBody>
          <a:bodyPr/>
          <a:lstStyle/>
          <a:p>
            <a:r>
              <a:rPr lang="fr-FR" dirty="0">
                <a:solidFill>
                  <a:srgbClr val="0072C7"/>
                </a:solidFill>
              </a:rPr>
              <a:t>La communication au sein de Vatel</a:t>
            </a:r>
            <a:endParaRPr lang="fr-FR" dirty="0"/>
          </a:p>
        </p:txBody>
      </p:sp>
      <p:sp>
        <p:nvSpPr>
          <p:cNvPr id="3" name="Espace réservé du contenu 2">
            <a:extLst>
              <a:ext uri="{FF2B5EF4-FFF2-40B4-BE49-F238E27FC236}">
                <a16:creationId xmlns:a16="http://schemas.microsoft.com/office/drawing/2014/main" id="{633366D4-F954-4FA1-AE1D-226F6061FFBF}"/>
              </a:ext>
            </a:extLst>
          </p:cNvPr>
          <p:cNvSpPr>
            <a:spLocks noGrp="1"/>
          </p:cNvSpPr>
          <p:nvPr>
            <p:ph idx="1"/>
          </p:nvPr>
        </p:nvSpPr>
        <p:spPr/>
        <p:txBody>
          <a:bodyPr/>
          <a:lstStyle/>
          <a:p>
            <a:r>
              <a:rPr lang="fr-FR" b="1" u="sng" dirty="0">
                <a:solidFill>
                  <a:srgbClr val="0D1D51"/>
                </a:solidFill>
              </a:rPr>
              <a:t>La transparence de l’information</a:t>
            </a:r>
          </a:p>
          <a:p>
            <a:endParaRPr lang="fr-FR" u="sng" dirty="0"/>
          </a:p>
          <a:p>
            <a:r>
              <a:rPr lang="fr-FR" dirty="0">
                <a:effectLst/>
                <a:latin typeface="Times New Roman" panose="02020603050405020304" pitchFamily="18" charset="0"/>
                <a:ea typeface="Calibri" panose="020F0502020204030204" pitchFamily="34" charset="0"/>
                <a:cs typeface="Times New Roman" panose="02020603050405020304" pitchFamily="18" charset="0"/>
              </a:rPr>
              <a:t>Vatel communique de manière transparente, fournissant des informations de manière claire et compréhensible par rapport à ses employés</a:t>
            </a:r>
            <a:r>
              <a:rPr lang="fr-FR"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fr-FR"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fr-FR" u="sng" dirty="0"/>
          </a:p>
          <a:p>
            <a:endParaRPr lang="fr-FR" u="sng" dirty="0"/>
          </a:p>
        </p:txBody>
      </p:sp>
      <p:sp>
        <p:nvSpPr>
          <p:cNvPr id="2" name="Espace réservé du numéro de diapositive 1">
            <a:extLst>
              <a:ext uri="{FF2B5EF4-FFF2-40B4-BE49-F238E27FC236}">
                <a16:creationId xmlns:a16="http://schemas.microsoft.com/office/drawing/2014/main" id="{97E3B1C3-2086-45A1-9ED7-EBDF34C43866}"/>
              </a:ext>
            </a:extLst>
          </p:cNvPr>
          <p:cNvSpPr>
            <a:spLocks noGrp="1"/>
          </p:cNvSpPr>
          <p:nvPr>
            <p:ph type="sldNum" sz="quarter" idx="12"/>
          </p:nvPr>
        </p:nvSpPr>
        <p:spPr/>
        <p:txBody>
          <a:bodyPr/>
          <a:lstStyle/>
          <a:p>
            <a:pPr rtl="0"/>
            <a:fld id="{9EC71654-96A5-4280-94F3-931C61A9F92C}" type="slidenum">
              <a:rPr lang="fr-FR" noProof="0" smtClean="0"/>
              <a:pPr rtl="0"/>
              <a:t>15</a:t>
            </a:fld>
            <a:endParaRPr lang="fr-FR" noProof="0" dirty="0"/>
          </a:p>
        </p:txBody>
      </p:sp>
      <p:sp>
        <p:nvSpPr>
          <p:cNvPr id="5" name="Espace réservé pour une image  4">
            <a:extLst>
              <a:ext uri="{FF2B5EF4-FFF2-40B4-BE49-F238E27FC236}">
                <a16:creationId xmlns:a16="http://schemas.microsoft.com/office/drawing/2014/main" id="{51C6B46C-FF20-4F29-80C3-D444C55E94CC}"/>
              </a:ext>
            </a:extLst>
          </p:cNvPr>
          <p:cNvSpPr>
            <a:spLocks noGrp="1"/>
          </p:cNvSpPr>
          <p:nvPr>
            <p:ph type="pic" sz="quarter" idx="13"/>
          </p:nvPr>
        </p:nvSpPr>
        <p:spPr/>
      </p:sp>
    </p:spTree>
    <p:extLst>
      <p:ext uri="{BB962C8B-B14F-4D97-AF65-F5344CB8AC3E}">
        <p14:creationId xmlns:p14="http://schemas.microsoft.com/office/powerpoint/2010/main" val="1587481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DF9631CB-1C01-445F-85FF-36BDA5F4FBED}"/>
              </a:ext>
            </a:extLst>
          </p:cNvPr>
          <p:cNvSpPr>
            <a:spLocks noGrp="1"/>
          </p:cNvSpPr>
          <p:nvPr>
            <p:ph type="sldNum" sz="quarter" idx="12"/>
          </p:nvPr>
        </p:nvSpPr>
        <p:spPr/>
        <p:txBody>
          <a:bodyPr/>
          <a:lstStyle/>
          <a:p>
            <a:pPr rtl="0"/>
            <a:fld id="{9EC71654-96A5-4280-94F3-931C61A9F92C}" type="slidenum">
              <a:rPr lang="fr-FR" noProof="0" smtClean="0"/>
              <a:pPr rtl="0"/>
              <a:t>16</a:t>
            </a:fld>
            <a:endParaRPr lang="fr-FR" noProof="0" dirty="0"/>
          </a:p>
        </p:txBody>
      </p:sp>
      <p:graphicFrame>
        <p:nvGraphicFramePr>
          <p:cNvPr id="13" name="Espace réservé du contenu 12">
            <a:extLst>
              <a:ext uri="{FF2B5EF4-FFF2-40B4-BE49-F238E27FC236}">
                <a16:creationId xmlns:a16="http://schemas.microsoft.com/office/drawing/2014/main" id="{F9F02AE3-BBB5-4378-BD66-90C5728975D9}"/>
              </a:ext>
            </a:extLst>
          </p:cNvPr>
          <p:cNvGraphicFramePr>
            <a:graphicFrameLocks noGrp="1"/>
          </p:cNvGraphicFramePr>
          <p:nvPr>
            <p:ph idx="1"/>
            <p:extLst>
              <p:ext uri="{D42A27DB-BD31-4B8C-83A1-F6EECF244321}">
                <p14:modId xmlns:p14="http://schemas.microsoft.com/office/powerpoint/2010/main" val="3803025487"/>
              </p:ext>
            </p:extLst>
          </p:nvPr>
        </p:nvGraphicFramePr>
        <p:xfrm>
          <a:off x="1193169" y="1812373"/>
          <a:ext cx="10170527" cy="44691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Titre 10">
            <a:extLst>
              <a:ext uri="{FF2B5EF4-FFF2-40B4-BE49-F238E27FC236}">
                <a16:creationId xmlns:a16="http://schemas.microsoft.com/office/drawing/2014/main" id="{E7B9AB12-23CF-4852-873C-DA227AAF82CB}"/>
              </a:ext>
            </a:extLst>
          </p:cNvPr>
          <p:cNvSpPr>
            <a:spLocks noGrp="1"/>
          </p:cNvSpPr>
          <p:nvPr>
            <p:ph type="title"/>
          </p:nvPr>
        </p:nvSpPr>
        <p:spPr/>
        <p:txBody>
          <a:bodyPr/>
          <a:lstStyle/>
          <a:p>
            <a:r>
              <a:rPr lang="fr-FR" dirty="0">
                <a:solidFill>
                  <a:srgbClr val="0072C7"/>
                </a:solidFill>
              </a:rPr>
              <a:t>La communication au sein de Vatel</a:t>
            </a:r>
            <a:endParaRPr lang="fr-FR" dirty="0"/>
          </a:p>
        </p:txBody>
      </p:sp>
    </p:spTree>
    <p:extLst>
      <p:ext uri="{BB962C8B-B14F-4D97-AF65-F5344CB8AC3E}">
        <p14:creationId xmlns:p14="http://schemas.microsoft.com/office/powerpoint/2010/main" val="710405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02BAFCB4-2089-4AEF-AF53-37C1C20963E1}"/>
              </a:ext>
            </a:extLst>
          </p:cNvPr>
          <p:cNvSpPr>
            <a:spLocks noGrp="1"/>
          </p:cNvSpPr>
          <p:nvPr>
            <p:ph type="sldNum" sz="quarter" idx="12"/>
          </p:nvPr>
        </p:nvSpPr>
        <p:spPr/>
        <p:txBody>
          <a:bodyPr/>
          <a:lstStyle/>
          <a:p>
            <a:pPr rtl="0"/>
            <a:fld id="{9EC71654-96A5-4280-94F3-931C61A9F92C}" type="slidenum">
              <a:rPr lang="fr-FR" noProof="0" smtClean="0"/>
              <a:pPr rtl="0"/>
              <a:t>17</a:t>
            </a:fld>
            <a:endParaRPr lang="fr-FR" noProof="0" dirty="0"/>
          </a:p>
        </p:txBody>
      </p:sp>
      <p:graphicFrame>
        <p:nvGraphicFramePr>
          <p:cNvPr id="9" name="Espace réservé du contenu 8">
            <a:extLst>
              <a:ext uri="{FF2B5EF4-FFF2-40B4-BE49-F238E27FC236}">
                <a16:creationId xmlns:a16="http://schemas.microsoft.com/office/drawing/2014/main" id="{F1030F50-E73B-4B3B-8F99-0D6EBDD48F1F}"/>
              </a:ext>
            </a:extLst>
          </p:cNvPr>
          <p:cNvGraphicFramePr>
            <a:graphicFrameLocks noGrp="1"/>
          </p:cNvGraphicFramePr>
          <p:nvPr>
            <p:ph idx="1"/>
            <p:extLst>
              <p:ext uri="{D42A27DB-BD31-4B8C-83A1-F6EECF244321}">
                <p14:modId xmlns:p14="http://schemas.microsoft.com/office/powerpoint/2010/main" val="436797711"/>
              </p:ext>
            </p:extLst>
          </p:nvPr>
        </p:nvGraphicFramePr>
        <p:xfrm>
          <a:off x="515938" y="1825625"/>
          <a:ext cx="10837862"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re 5">
            <a:extLst>
              <a:ext uri="{FF2B5EF4-FFF2-40B4-BE49-F238E27FC236}">
                <a16:creationId xmlns:a16="http://schemas.microsoft.com/office/drawing/2014/main" id="{8823878A-3A7B-4D11-A4E5-3394F91658FF}"/>
              </a:ext>
            </a:extLst>
          </p:cNvPr>
          <p:cNvSpPr>
            <a:spLocks noGrp="1"/>
          </p:cNvSpPr>
          <p:nvPr>
            <p:ph type="title"/>
          </p:nvPr>
        </p:nvSpPr>
        <p:spPr>
          <a:xfrm>
            <a:off x="525462" y="936969"/>
            <a:ext cx="11150600" cy="920336"/>
          </a:xfrm>
        </p:spPr>
        <p:txBody>
          <a:bodyPr/>
          <a:lstStyle/>
          <a:p>
            <a:r>
              <a:rPr lang="fr-FR" sz="3600" dirty="0">
                <a:solidFill>
                  <a:srgbClr val="0072C7"/>
                </a:solidFill>
              </a:rPr>
              <a:t>La gestion des conflits et des négociations au sein de Vatel</a:t>
            </a:r>
            <a:br>
              <a:rPr lang="fr-FR" dirty="0"/>
            </a:br>
            <a:endParaRPr lang="fr-FR" dirty="0"/>
          </a:p>
        </p:txBody>
      </p:sp>
    </p:spTree>
    <p:extLst>
      <p:ext uri="{BB962C8B-B14F-4D97-AF65-F5344CB8AC3E}">
        <p14:creationId xmlns:p14="http://schemas.microsoft.com/office/powerpoint/2010/main" val="25604129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197849F-6061-4B44-8ECA-0EE6DBAE3289}"/>
              </a:ext>
            </a:extLst>
          </p:cNvPr>
          <p:cNvSpPr>
            <a:spLocks noGrp="1"/>
          </p:cNvSpPr>
          <p:nvPr>
            <p:ph type="title"/>
          </p:nvPr>
        </p:nvSpPr>
        <p:spPr/>
        <p:txBody>
          <a:bodyPr/>
          <a:lstStyle/>
          <a:p>
            <a:r>
              <a:rPr lang="fr-FR" dirty="0">
                <a:solidFill>
                  <a:srgbClr val="00B0F0"/>
                </a:solidFill>
                <a:effectLst/>
                <a:latin typeface="Calibri" panose="020F0502020204030204" pitchFamily="34" charset="0"/>
                <a:ea typeface="Calibri" panose="020F0502020204030204" pitchFamily="34" charset="0"/>
                <a:cs typeface="Times New Roman" panose="02020603050405020304" pitchFamily="18" charset="0"/>
              </a:rPr>
              <a:t>Informations générales sur HubSpot</a:t>
            </a:r>
            <a:br>
              <a:rPr lang="fr-FR" sz="1800" dirty="0">
                <a:effectLst/>
                <a:latin typeface="Calibri" panose="020F0502020204030204" pitchFamily="34" charset="0"/>
                <a:ea typeface="Calibri" panose="020F0502020204030204" pitchFamily="34" charset="0"/>
                <a:cs typeface="Times New Roman" panose="02020603050405020304" pitchFamily="18" charset="0"/>
              </a:rPr>
            </a:br>
            <a:endParaRPr lang="fr-FR" dirty="0"/>
          </a:p>
        </p:txBody>
      </p:sp>
      <p:sp>
        <p:nvSpPr>
          <p:cNvPr id="3" name="Espace réservé du contenu 2">
            <a:extLst>
              <a:ext uri="{FF2B5EF4-FFF2-40B4-BE49-F238E27FC236}">
                <a16:creationId xmlns:a16="http://schemas.microsoft.com/office/drawing/2014/main" id="{EBB3C71A-0078-453A-A1C5-B4CC5572906B}"/>
              </a:ext>
            </a:extLst>
          </p:cNvPr>
          <p:cNvSpPr>
            <a:spLocks noGrp="1"/>
          </p:cNvSpPr>
          <p:nvPr>
            <p:ph idx="1"/>
          </p:nvPr>
        </p:nvSpPr>
        <p:spPr/>
        <p:txBody>
          <a:bodyPr/>
          <a:lstStyle/>
          <a:p>
            <a:r>
              <a:rPr lang="fr-FR" dirty="0">
                <a:effectLst/>
                <a:latin typeface="Calibri" panose="020F0502020204030204" pitchFamily="34" charset="0"/>
                <a:ea typeface="Calibri" panose="020F0502020204030204" pitchFamily="34" charset="0"/>
                <a:cs typeface="Times New Roman" panose="02020603050405020304" pitchFamily="18" charset="0"/>
              </a:rPr>
              <a:t>HubSpot est une plateforme client qui fournit les logiciels, les intégrations et les ressources nécessaires pour connecter les équipes de Marketing, de Vente, de Gestion et de contenu de service aux clients.</a:t>
            </a:r>
          </a:p>
          <a:p>
            <a:r>
              <a:rPr lang="fr-FR" u="sng" dirty="0" err="1">
                <a:solidFill>
                  <a:srgbClr val="2C567A"/>
                </a:solidFill>
                <a:effectLst/>
                <a:latin typeface="Calibri" panose="020F0502020204030204" pitchFamily="34" charset="0"/>
                <a:ea typeface="Calibri" panose="020F0502020204030204" pitchFamily="34" charset="0"/>
                <a:cs typeface="Times New Roman" panose="02020603050405020304" pitchFamily="18" charset="0"/>
              </a:rPr>
              <a:t>Fondateurs:</a:t>
            </a:r>
            <a:r>
              <a:rPr lang="fr-FR" sz="2000" dirty="0" err="1">
                <a:effectLst/>
                <a:latin typeface="Calibri" panose="020F0502020204030204" pitchFamily="34" charset="0"/>
                <a:ea typeface="Calibri" panose="020F0502020204030204" pitchFamily="34" charset="0"/>
                <a:cs typeface="Times New Roman" panose="02020603050405020304" pitchFamily="18" charset="0"/>
              </a:rPr>
              <a:t>Brian</a:t>
            </a:r>
            <a:r>
              <a:rPr lang="fr-FR" sz="2000" dirty="0">
                <a:effectLst/>
                <a:latin typeface="Calibri" panose="020F0502020204030204" pitchFamily="34" charset="0"/>
                <a:ea typeface="Calibri" panose="020F0502020204030204" pitchFamily="34" charset="0"/>
                <a:cs typeface="Times New Roman" panose="02020603050405020304" pitchFamily="18" charset="0"/>
              </a:rPr>
              <a:t> Halligan et </a:t>
            </a:r>
            <a:r>
              <a:rPr lang="fr-FR" sz="2000" dirty="0" err="1">
                <a:effectLst/>
                <a:latin typeface="Calibri" panose="020F0502020204030204" pitchFamily="34" charset="0"/>
                <a:ea typeface="Calibri" panose="020F0502020204030204" pitchFamily="34" charset="0"/>
                <a:cs typeface="Times New Roman" panose="02020603050405020304" pitchFamily="18" charset="0"/>
              </a:rPr>
              <a:t>Dharmesh</a:t>
            </a:r>
            <a:r>
              <a:rPr lang="fr-FR" sz="2000" dirty="0">
                <a:effectLst/>
                <a:latin typeface="Calibri" panose="020F0502020204030204" pitchFamily="34" charset="0"/>
                <a:ea typeface="Calibri" panose="020F0502020204030204" pitchFamily="34" charset="0"/>
                <a:cs typeface="Times New Roman" panose="02020603050405020304" pitchFamily="18" charset="0"/>
              </a:rPr>
              <a:t> Shah</a:t>
            </a:r>
          </a:p>
          <a:p>
            <a:endParaRPr lang="fr-FR" u="sng" dirty="0">
              <a:solidFill>
                <a:srgbClr val="2C567A"/>
              </a:solidFill>
              <a:effectLst/>
              <a:latin typeface="Calibri" panose="020F0502020204030204" pitchFamily="34" charset="0"/>
              <a:ea typeface="Calibri" panose="020F0502020204030204" pitchFamily="34" charset="0"/>
              <a:cs typeface="Times New Roman" panose="02020603050405020304" pitchFamily="18" charset="0"/>
            </a:endParaRPr>
          </a:p>
          <a:p>
            <a:r>
              <a:rPr lang="fr-FR" u="sng" dirty="0">
                <a:solidFill>
                  <a:srgbClr val="2C567A"/>
                </a:solidFill>
                <a:latin typeface="Calibri" panose="020F0502020204030204" pitchFamily="34" charset="0"/>
                <a:ea typeface="Calibri" panose="020F0502020204030204" pitchFamily="34" charset="0"/>
                <a:cs typeface="Times New Roman" panose="02020603050405020304" pitchFamily="18" charset="0"/>
              </a:rPr>
              <a:t>Date de création: </a:t>
            </a:r>
            <a:r>
              <a:rPr lang="fr-FR" dirty="0">
                <a:latin typeface="Calibri" panose="020F0502020204030204" pitchFamily="34" charset="0"/>
                <a:ea typeface="Calibri" panose="020F0502020204030204" pitchFamily="34" charset="0"/>
                <a:cs typeface="Times New Roman" panose="02020603050405020304" pitchFamily="18" charset="0"/>
              </a:rPr>
              <a:t>2006</a:t>
            </a:r>
            <a:endParaRPr lang="fr-FR" u="sng" dirty="0">
              <a:solidFill>
                <a:srgbClr val="2C567A"/>
              </a:solidFill>
              <a:effectLst/>
              <a:latin typeface="Calibri" panose="020F0502020204030204" pitchFamily="34" charset="0"/>
              <a:ea typeface="Calibri" panose="020F0502020204030204" pitchFamily="34" charset="0"/>
              <a:cs typeface="Times New Roman" panose="02020603050405020304" pitchFamily="18" charset="0"/>
            </a:endParaRPr>
          </a:p>
          <a:p>
            <a:endParaRPr lang="fr-FR" dirty="0"/>
          </a:p>
        </p:txBody>
      </p:sp>
      <p:sp>
        <p:nvSpPr>
          <p:cNvPr id="4" name="Espace réservé du numéro de diapositive 3">
            <a:extLst>
              <a:ext uri="{FF2B5EF4-FFF2-40B4-BE49-F238E27FC236}">
                <a16:creationId xmlns:a16="http://schemas.microsoft.com/office/drawing/2014/main" id="{397D2A7B-2177-441C-8BE8-15FD3A5D9E0F}"/>
              </a:ext>
            </a:extLst>
          </p:cNvPr>
          <p:cNvSpPr>
            <a:spLocks noGrp="1"/>
          </p:cNvSpPr>
          <p:nvPr>
            <p:ph type="sldNum" sz="quarter" idx="12"/>
          </p:nvPr>
        </p:nvSpPr>
        <p:spPr/>
        <p:txBody>
          <a:bodyPr/>
          <a:lstStyle/>
          <a:p>
            <a:pPr rtl="0"/>
            <a:fld id="{9EC71654-96A5-4280-94F3-931C61A9F92C}" type="slidenum">
              <a:rPr lang="fr-FR" noProof="0" smtClean="0"/>
              <a:pPr rtl="0"/>
              <a:t>18</a:t>
            </a:fld>
            <a:endParaRPr lang="fr-FR" noProof="0" dirty="0"/>
          </a:p>
        </p:txBody>
      </p:sp>
      <p:sp>
        <p:nvSpPr>
          <p:cNvPr id="5" name="Espace réservé pour une image  4">
            <a:extLst>
              <a:ext uri="{FF2B5EF4-FFF2-40B4-BE49-F238E27FC236}">
                <a16:creationId xmlns:a16="http://schemas.microsoft.com/office/drawing/2014/main" id="{1426B518-52FD-41AF-B7D1-B5207B60FCB2}"/>
              </a:ext>
            </a:extLst>
          </p:cNvPr>
          <p:cNvSpPr>
            <a:spLocks noGrp="1"/>
          </p:cNvSpPr>
          <p:nvPr>
            <p:ph type="pic" sz="quarter" idx="13"/>
          </p:nvPr>
        </p:nvSpPr>
        <p:spPr/>
      </p:sp>
    </p:spTree>
    <p:extLst>
      <p:ext uri="{BB962C8B-B14F-4D97-AF65-F5344CB8AC3E}">
        <p14:creationId xmlns:p14="http://schemas.microsoft.com/office/powerpoint/2010/main" val="10168714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283ACE83-3F60-40D5-AC39-E5751A3ABCE0}"/>
              </a:ext>
            </a:extLst>
          </p:cNvPr>
          <p:cNvSpPr>
            <a:spLocks noGrp="1"/>
          </p:cNvSpPr>
          <p:nvPr>
            <p:ph type="sldNum" sz="quarter" idx="12"/>
          </p:nvPr>
        </p:nvSpPr>
        <p:spPr/>
        <p:txBody>
          <a:bodyPr/>
          <a:lstStyle/>
          <a:p>
            <a:pPr rtl="0"/>
            <a:fld id="{9EC71654-96A5-4280-94F3-931C61A9F92C}" type="slidenum">
              <a:rPr lang="fr-FR" noProof="0" smtClean="0"/>
              <a:pPr rtl="0"/>
              <a:t>19</a:t>
            </a:fld>
            <a:endParaRPr lang="fr-FR" noProof="0" dirty="0"/>
          </a:p>
        </p:txBody>
      </p:sp>
      <p:graphicFrame>
        <p:nvGraphicFramePr>
          <p:cNvPr id="8" name="Espace réservé du contenu 7">
            <a:extLst>
              <a:ext uri="{FF2B5EF4-FFF2-40B4-BE49-F238E27FC236}">
                <a16:creationId xmlns:a16="http://schemas.microsoft.com/office/drawing/2014/main" id="{C14B2A03-F653-44FF-9549-F3D29BAFF975}"/>
              </a:ext>
            </a:extLst>
          </p:cNvPr>
          <p:cNvGraphicFramePr>
            <a:graphicFrameLocks noGrp="1"/>
          </p:cNvGraphicFramePr>
          <p:nvPr>
            <p:ph idx="1"/>
          </p:nvPr>
        </p:nvGraphicFramePr>
        <p:xfrm>
          <a:off x="780981" y="2011156"/>
          <a:ext cx="10099053" cy="40980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re 5">
            <a:extLst>
              <a:ext uri="{FF2B5EF4-FFF2-40B4-BE49-F238E27FC236}">
                <a16:creationId xmlns:a16="http://schemas.microsoft.com/office/drawing/2014/main" id="{59CA39F0-68AE-47CA-AD42-40F7F68CAD9A}"/>
              </a:ext>
            </a:extLst>
          </p:cNvPr>
          <p:cNvSpPr>
            <a:spLocks noGrp="1"/>
          </p:cNvSpPr>
          <p:nvPr>
            <p:ph type="title"/>
          </p:nvPr>
        </p:nvSpPr>
        <p:spPr>
          <a:xfrm>
            <a:off x="515938" y="392395"/>
            <a:ext cx="11150600" cy="920336"/>
          </a:xfrm>
        </p:spPr>
        <p:txBody>
          <a:bodyPr/>
          <a:lstStyle/>
          <a:p>
            <a:r>
              <a:rPr lang="fr-FR" dirty="0">
                <a:solidFill>
                  <a:srgbClr val="0072C7"/>
                </a:solidFill>
                <a:effectLst/>
                <a:latin typeface="Calibri" panose="020F0502020204030204" pitchFamily="34" charset="0"/>
                <a:ea typeface="Calibri" panose="020F0502020204030204" pitchFamily="34" charset="0"/>
                <a:cs typeface="Times New Roman" panose="02020603050405020304" pitchFamily="18" charset="0"/>
              </a:rPr>
              <a:t>La Culture d'Entreprise chez HubSpot </a:t>
            </a:r>
            <a:br>
              <a:rPr lang="fr-FR" sz="1800" dirty="0">
                <a:effectLst/>
                <a:latin typeface="Calibri" panose="020F0502020204030204" pitchFamily="34" charset="0"/>
                <a:ea typeface="Calibri" panose="020F0502020204030204" pitchFamily="34" charset="0"/>
                <a:cs typeface="Times New Roman" panose="02020603050405020304" pitchFamily="18" charset="0"/>
              </a:rPr>
            </a:br>
            <a:endParaRPr lang="fr-FR" dirty="0"/>
          </a:p>
        </p:txBody>
      </p:sp>
    </p:spTree>
    <p:extLst>
      <p:ext uri="{BB962C8B-B14F-4D97-AF65-F5344CB8AC3E}">
        <p14:creationId xmlns:p14="http://schemas.microsoft.com/office/powerpoint/2010/main" val="14665962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283ACE83-3F60-40D5-AC39-E5751A3ABCE0}"/>
              </a:ext>
            </a:extLst>
          </p:cNvPr>
          <p:cNvSpPr>
            <a:spLocks noGrp="1"/>
          </p:cNvSpPr>
          <p:nvPr>
            <p:ph type="sldNum" sz="quarter" idx="12"/>
          </p:nvPr>
        </p:nvSpPr>
        <p:spPr/>
        <p:txBody>
          <a:bodyPr/>
          <a:lstStyle/>
          <a:p>
            <a:pPr rtl="0"/>
            <a:fld id="{9EC71654-96A5-4280-94F3-931C61A9F92C}" type="slidenum">
              <a:rPr lang="fr-FR" noProof="0" smtClean="0"/>
              <a:pPr rtl="0"/>
              <a:t>20</a:t>
            </a:fld>
            <a:endParaRPr lang="fr-FR" noProof="0" dirty="0"/>
          </a:p>
        </p:txBody>
      </p:sp>
      <p:graphicFrame>
        <p:nvGraphicFramePr>
          <p:cNvPr id="8" name="Espace réservé du contenu 7">
            <a:extLst>
              <a:ext uri="{FF2B5EF4-FFF2-40B4-BE49-F238E27FC236}">
                <a16:creationId xmlns:a16="http://schemas.microsoft.com/office/drawing/2014/main" id="{C14B2A03-F653-44FF-9549-F3D29BAFF975}"/>
              </a:ext>
            </a:extLst>
          </p:cNvPr>
          <p:cNvGraphicFramePr>
            <a:graphicFrameLocks noGrp="1"/>
          </p:cNvGraphicFramePr>
          <p:nvPr>
            <p:ph idx="1"/>
            <p:extLst>
              <p:ext uri="{D42A27DB-BD31-4B8C-83A1-F6EECF244321}">
                <p14:modId xmlns:p14="http://schemas.microsoft.com/office/powerpoint/2010/main" val="2460571063"/>
              </p:ext>
            </p:extLst>
          </p:nvPr>
        </p:nvGraphicFramePr>
        <p:xfrm>
          <a:off x="780981" y="2011156"/>
          <a:ext cx="10099053" cy="40980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itre 5">
            <a:extLst>
              <a:ext uri="{FF2B5EF4-FFF2-40B4-BE49-F238E27FC236}">
                <a16:creationId xmlns:a16="http://schemas.microsoft.com/office/drawing/2014/main" id="{59CA39F0-68AE-47CA-AD42-40F7F68CAD9A}"/>
              </a:ext>
            </a:extLst>
          </p:cNvPr>
          <p:cNvSpPr>
            <a:spLocks noGrp="1"/>
          </p:cNvSpPr>
          <p:nvPr>
            <p:ph type="title"/>
          </p:nvPr>
        </p:nvSpPr>
        <p:spPr>
          <a:xfrm>
            <a:off x="599872" y="748747"/>
            <a:ext cx="11150600" cy="920336"/>
          </a:xfrm>
        </p:spPr>
        <p:txBody>
          <a:bodyPr/>
          <a:lstStyle/>
          <a:p>
            <a:r>
              <a:rPr lang="fr-FR" dirty="0">
                <a:solidFill>
                  <a:srgbClr val="0072C7"/>
                </a:solidFill>
                <a:effectLst/>
                <a:latin typeface="Calibri" panose="020F0502020204030204" pitchFamily="34" charset="0"/>
                <a:ea typeface="Calibri" panose="020F0502020204030204" pitchFamily="34" charset="0"/>
                <a:cs typeface="Times New Roman" panose="02020603050405020304" pitchFamily="18" charset="0"/>
              </a:rPr>
              <a:t>La Culture d'Entreprise chez HubSpot </a:t>
            </a:r>
            <a:br>
              <a:rPr lang="fr-FR" sz="1800" dirty="0">
                <a:effectLst/>
                <a:latin typeface="Calibri" panose="020F0502020204030204" pitchFamily="34" charset="0"/>
                <a:ea typeface="Calibri" panose="020F0502020204030204" pitchFamily="34" charset="0"/>
                <a:cs typeface="Times New Roman" panose="02020603050405020304" pitchFamily="18" charset="0"/>
              </a:rPr>
            </a:br>
            <a:endParaRPr lang="fr-FR" dirty="0"/>
          </a:p>
        </p:txBody>
      </p:sp>
    </p:spTree>
    <p:extLst>
      <p:ext uri="{BB962C8B-B14F-4D97-AF65-F5344CB8AC3E}">
        <p14:creationId xmlns:p14="http://schemas.microsoft.com/office/powerpoint/2010/main" val="31417467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2FF057E1-EA2C-473C-B06A-D46256697CD8}"/>
              </a:ext>
            </a:extLst>
          </p:cNvPr>
          <p:cNvSpPr>
            <a:spLocks noGrp="1"/>
          </p:cNvSpPr>
          <p:nvPr>
            <p:ph type="sldNum" sz="quarter" idx="12"/>
          </p:nvPr>
        </p:nvSpPr>
        <p:spPr/>
        <p:txBody>
          <a:bodyPr/>
          <a:lstStyle/>
          <a:p>
            <a:pPr rtl="0"/>
            <a:fld id="{9EC71654-96A5-4280-94F3-931C61A9F92C}" type="slidenum">
              <a:rPr lang="fr-FR" noProof="0" smtClean="0"/>
              <a:pPr rtl="0"/>
              <a:t>21</a:t>
            </a:fld>
            <a:endParaRPr lang="fr-FR" noProof="0" dirty="0"/>
          </a:p>
        </p:txBody>
      </p:sp>
      <p:graphicFrame>
        <p:nvGraphicFramePr>
          <p:cNvPr id="5" name="Espace réservé du contenu 4">
            <a:extLst>
              <a:ext uri="{FF2B5EF4-FFF2-40B4-BE49-F238E27FC236}">
                <a16:creationId xmlns:a16="http://schemas.microsoft.com/office/drawing/2014/main" id="{8BD06E11-EDAB-4CAB-820C-9040D65B5DE7}"/>
              </a:ext>
            </a:extLst>
          </p:cNvPr>
          <p:cNvGraphicFramePr>
            <a:graphicFrameLocks noGrp="1"/>
          </p:cNvGraphicFramePr>
          <p:nvPr>
            <p:ph idx="1"/>
            <p:extLst>
              <p:ext uri="{D42A27DB-BD31-4B8C-83A1-F6EECF244321}">
                <p14:modId xmlns:p14="http://schemas.microsoft.com/office/powerpoint/2010/main" val="977304388"/>
              </p:ext>
            </p:extLst>
          </p:nvPr>
        </p:nvGraphicFramePr>
        <p:xfrm>
          <a:off x="515938" y="1825625"/>
          <a:ext cx="10837862"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re 3">
            <a:extLst>
              <a:ext uri="{FF2B5EF4-FFF2-40B4-BE49-F238E27FC236}">
                <a16:creationId xmlns:a16="http://schemas.microsoft.com/office/drawing/2014/main" id="{DC97DD78-2AD2-4C3F-AE5E-AC6AC3B9EB0A}"/>
              </a:ext>
            </a:extLst>
          </p:cNvPr>
          <p:cNvSpPr>
            <a:spLocks noGrp="1"/>
          </p:cNvSpPr>
          <p:nvPr>
            <p:ph type="title"/>
          </p:nvPr>
        </p:nvSpPr>
        <p:spPr>
          <a:xfrm>
            <a:off x="520700" y="418899"/>
            <a:ext cx="11150600" cy="920336"/>
          </a:xfrm>
        </p:spPr>
        <p:txBody>
          <a:bodyPr/>
          <a:lstStyle/>
          <a:p>
            <a:r>
              <a:rPr lang="fr-FR" dirty="0">
                <a:solidFill>
                  <a:srgbClr val="0072C7"/>
                </a:solidFill>
                <a:effectLst/>
                <a:latin typeface="Calibri" panose="020F0502020204030204" pitchFamily="34" charset="0"/>
                <a:ea typeface="Calibri" panose="020F0502020204030204" pitchFamily="34" charset="0"/>
                <a:cs typeface="Times New Roman" panose="02020603050405020304" pitchFamily="18" charset="0"/>
              </a:rPr>
              <a:t>Le Servant Leadership chez HubSpot</a:t>
            </a:r>
            <a:br>
              <a:rPr lang="fr-FR" sz="1800" dirty="0">
                <a:effectLst/>
                <a:latin typeface="Calibri" panose="020F0502020204030204" pitchFamily="34" charset="0"/>
                <a:ea typeface="Calibri" panose="020F0502020204030204" pitchFamily="34" charset="0"/>
                <a:cs typeface="Times New Roman" panose="02020603050405020304" pitchFamily="18" charset="0"/>
              </a:rPr>
            </a:br>
            <a:endParaRPr lang="fr-FR" dirty="0"/>
          </a:p>
        </p:txBody>
      </p:sp>
    </p:spTree>
    <p:extLst>
      <p:ext uri="{BB962C8B-B14F-4D97-AF65-F5344CB8AC3E}">
        <p14:creationId xmlns:p14="http://schemas.microsoft.com/office/powerpoint/2010/main" val="37073505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60010E23-93C7-4B22-A9D1-DAB55F1DCB22}"/>
              </a:ext>
            </a:extLst>
          </p:cNvPr>
          <p:cNvSpPr>
            <a:spLocks noGrp="1"/>
          </p:cNvSpPr>
          <p:nvPr>
            <p:ph type="sldNum" sz="quarter" idx="12"/>
          </p:nvPr>
        </p:nvSpPr>
        <p:spPr/>
        <p:txBody>
          <a:bodyPr/>
          <a:lstStyle/>
          <a:p>
            <a:pPr rtl="0"/>
            <a:fld id="{9EC71654-96A5-4280-94F3-931C61A9F92C}" type="slidenum">
              <a:rPr lang="fr-FR" noProof="0" smtClean="0"/>
              <a:pPr rtl="0"/>
              <a:t>22</a:t>
            </a:fld>
            <a:endParaRPr lang="fr-FR" noProof="0" dirty="0"/>
          </a:p>
        </p:txBody>
      </p:sp>
      <p:graphicFrame>
        <p:nvGraphicFramePr>
          <p:cNvPr id="5" name="Espace réservé du contenu 4">
            <a:extLst>
              <a:ext uri="{FF2B5EF4-FFF2-40B4-BE49-F238E27FC236}">
                <a16:creationId xmlns:a16="http://schemas.microsoft.com/office/drawing/2014/main" id="{C038FB15-E645-46B1-BAC5-F964145994A9}"/>
              </a:ext>
            </a:extLst>
          </p:cNvPr>
          <p:cNvGraphicFramePr>
            <a:graphicFrameLocks noGrp="1"/>
          </p:cNvGraphicFramePr>
          <p:nvPr>
            <p:ph idx="1"/>
            <p:extLst>
              <p:ext uri="{D42A27DB-BD31-4B8C-83A1-F6EECF244321}">
                <p14:modId xmlns:p14="http://schemas.microsoft.com/office/powerpoint/2010/main" val="4028940681"/>
              </p:ext>
            </p:extLst>
          </p:nvPr>
        </p:nvGraphicFramePr>
        <p:xfrm>
          <a:off x="515938" y="1825625"/>
          <a:ext cx="10837862"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re 3">
            <a:extLst>
              <a:ext uri="{FF2B5EF4-FFF2-40B4-BE49-F238E27FC236}">
                <a16:creationId xmlns:a16="http://schemas.microsoft.com/office/drawing/2014/main" id="{EC605428-C1BB-4668-B2D1-FF1AEAF5A5DE}"/>
              </a:ext>
            </a:extLst>
          </p:cNvPr>
          <p:cNvSpPr>
            <a:spLocks noGrp="1"/>
          </p:cNvSpPr>
          <p:nvPr>
            <p:ph type="title"/>
          </p:nvPr>
        </p:nvSpPr>
        <p:spPr/>
        <p:txBody>
          <a:bodyPr/>
          <a:lstStyle/>
          <a:p>
            <a:r>
              <a:rPr lang="fr-FR" dirty="0">
                <a:solidFill>
                  <a:srgbClr val="0072C7"/>
                </a:solidFill>
                <a:effectLst/>
                <a:latin typeface="Calibri" panose="020F0502020204030204" pitchFamily="34" charset="0"/>
                <a:ea typeface="Calibri" panose="020F0502020204030204" pitchFamily="34" charset="0"/>
                <a:cs typeface="Times New Roman" panose="02020603050405020304" pitchFamily="18" charset="0"/>
              </a:rPr>
              <a:t>Le Servant Leadership chez HubSpot</a:t>
            </a:r>
            <a:endParaRPr lang="fr-FR" dirty="0"/>
          </a:p>
        </p:txBody>
      </p:sp>
    </p:spTree>
    <p:extLst>
      <p:ext uri="{BB962C8B-B14F-4D97-AF65-F5344CB8AC3E}">
        <p14:creationId xmlns:p14="http://schemas.microsoft.com/office/powerpoint/2010/main" val="5311268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E51BDB21-BCDA-4007-A44C-301D5515B796}"/>
              </a:ext>
            </a:extLst>
          </p:cNvPr>
          <p:cNvSpPr>
            <a:spLocks noGrp="1"/>
          </p:cNvSpPr>
          <p:nvPr>
            <p:ph type="title"/>
          </p:nvPr>
        </p:nvSpPr>
        <p:spPr/>
        <p:txBody>
          <a:bodyPr/>
          <a:lstStyle/>
          <a:p>
            <a:r>
              <a:rPr lang="fr-FR" dirty="0"/>
              <a:t>CONCLUSION</a:t>
            </a:r>
          </a:p>
        </p:txBody>
      </p:sp>
      <p:sp>
        <p:nvSpPr>
          <p:cNvPr id="6" name="Espace réservé du texte 5">
            <a:extLst>
              <a:ext uri="{FF2B5EF4-FFF2-40B4-BE49-F238E27FC236}">
                <a16:creationId xmlns:a16="http://schemas.microsoft.com/office/drawing/2014/main" id="{0B76493C-7E72-46FF-B92D-DDA8CDE6CE17}"/>
              </a:ext>
            </a:extLst>
          </p:cNvPr>
          <p:cNvSpPr>
            <a:spLocks noGrp="1"/>
          </p:cNvSpPr>
          <p:nvPr>
            <p:ph type="body" idx="1"/>
          </p:nvPr>
        </p:nvSpPr>
        <p:spPr/>
        <p:txBody>
          <a:bodyPr/>
          <a:lstStyle/>
          <a:p>
            <a:endParaRPr lang="fr-FR"/>
          </a:p>
        </p:txBody>
      </p:sp>
      <p:sp>
        <p:nvSpPr>
          <p:cNvPr id="2" name="Espace réservé du numéro de diapositive 1">
            <a:extLst>
              <a:ext uri="{FF2B5EF4-FFF2-40B4-BE49-F238E27FC236}">
                <a16:creationId xmlns:a16="http://schemas.microsoft.com/office/drawing/2014/main" id="{57E2B72C-DFAA-48A9-8AA3-F4E3B4545D23}"/>
              </a:ext>
            </a:extLst>
          </p:cNvPr>
          <p:cNvSpPr>
            <a:spLocks noGrp="1"/>
          </p:cNvSpPr>
          <p:nvPr>
            <p:ph type="sldNum" sz="quarter" idx="12"/>
          </p:nvPr>
        </p:nvSpPr>
        <p:spPr/>
        <p:txBody>
          <a:bodyPr/>
          <a:lstStyle/>
          <a:p>
            <a:pPr rtl="0"/>
            <a:fld id="{9EC71654-96A5-4280-94F3-931C61A9F92C}" type="slidenum">
              <a:rPr lang="fr-FR" noProof="0" smtClean="0"/>
              <a:pPr rtl="0"/>
              <a:t>23</a:t>
            </a:fld>
            <a:endParaRPr lang="fr-FR" noProof="0" dirty="0"/>
          </a:p>
        </p:txBody>
      </p:sp>
      <p:pic>
        <p:nvPicPr>
          <p:cNvPr id="9" name="Espace réservé pour une image  8">
            <a:extLst>
              <a:ext uri="{FF2B5EF4-FFF2-40B4-BE49-F238E27FC236}">
                <a16:creationId xmlns:a16="http://schemas.microsoft.com/office/drawing/2014/main" id="{0DE6ACAB-F342-4FE0-97B9-DCCF8A17B94A}"/>
              </a:ext>
            </a:extLst>
          </p:cNvPr>
          <p:cNvPicPr>
            <a:picLocks noGrp="1" noChangeAspect="1"/>
          </p:cNvPicPr>
          <p:nvPr>
            <p:ph type="pic" sz="quarter" idx="13"/>
          </p:nvPr>
        </p:nvPicPr>
        <p:blipFill>
          <a:blip r:embed="rId2"/>
          <a:srcRect t="13043" b="13043"/>
          <a:stretch>
            <a:fillRect/>
          </a:stretch>
        </p:blipFill>
        <p:spPr/>
      </p:pic>
    </p:spTree>
    <p:extLst>
      <p:ext uri="{BB962C8B-B14F-4D97-AF65-F5344CB8AC3E}">
        <p14:creationId xmlns:p14="http://schemas.microsoft.com/office/powerpoint/2010/main" val="36171529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8B830F53-344A-48D1-8744-F10AB581E0B3}"/>
              </a:ext>
            </a:extLst>
          </p:cNvPr>
          <p:cNvSpPr>
            <a:spLocks noGrp="1"/>
          </p:cNvSpPr>
          <p:nvPr>
            <p:ph type="ctrTitle"/>
          </p:nvPr>
        </p:nvSpPr>
        <p:spPr/>
        <p:txBody>
          <a:bodyPr/>
          <a:lstStyle/>
          <a:p>
            <a:r>
              <a:rPr lang="fr-FR"/>
              <a:t>MERCI POUR VOTRE ATTENTION</a:t>
            </a:r>
          </a:p>
        </p:txBody>
      </p:sp>
      <p:sp>
        <p:nvSpPr>
          <p:cNvPr id="7" name="Sous-titre 6">
            <a:extLst>
              <a:ext uri="{FF2B5EF4-FFF2-40B4-BE49-F238E27FC236}">
                <a16:creationId xmlns:a16="http://schemas.microsoft.com/office/drawing/2014/main" id="{7EA73483-C212-45F5-934A-67EA64A7F3F6}"/>
              </a:ext>
            </a:extLst>
          </p:cNvPr>
          <p:cNvSpPr>
            <a:spLocks noGrp="1"/>
          </p:cNvSpPr>
          <p:nvPr>
            <p:ph type="subTitle" idx="1"/>
          </p:nvPr>
        </p:nvSpPr>
        <p:spPr/>
        <p:txBody>
          <a:bodyPr/>
          <a:lstStyle/>
          <a:p>
            <a:endParaRPr lang="fr-FR"/>
          </a:p>
        </p:txBody>
      </p:sp>
      <p:pic>
        <p:nvPicPr>
          <p:cNvPr id="10" name="Espace réservé pour une image  9">
            <a:extLst>
              <a:ext uri="{FF2B5EF4-FFF2-40B4-BE49-F238E27FC236}">
                <a16:creationId xmlns:a16="http://schemas.microsoft.com/office/drawing/2014/main" id="{569D35EF-5D14-456D-9398-1CECCE3B2736}"/>
              </a:ext>
            </a:extLst>
          </p:cNvPr>
          <p:cNvPicPr>
            <a:picLocks noGrp="1" noChangeAspect="1"/>
          </p:cNvPicPr>
          <p:nvPr>
            <p:ph type="pic" sz="quarter" idx="10"/>
          </p:nvPr>
        </p:nvPicPr>
        <p:blipFill>
          <a:blip r:embed="rId2"/>
          <a:srcRect/>
          <a:stretch>
            <a:fillRect/>
          </a:stretch>
        </p:blipFill>
        <p:spPr/>
      </p:pic>
      <p:sp>
        <p:nvSpPr>
          <p:cNvPr id="4" name="Espace réservé du numéro de diapositive 3">
            <a:extLst>
              <a:ext uri="{FF2B5EF4-FFF2-40B4-BE49-F238E27FC236}">
                <a16:creationId xmlns:a16="http://schemas.microsoft.com/office/drawing/2014/main" id="{D629A60F-4A0C-4895-ACD7-B3D85B62A878}"/>
              </a:ext>
            </a:extLst>
          </p:cNvPr>
          <p:cNvSpPr>
            <a:spLocks noGrp="1"/>
          </p:cNvSpPr>
          <p:nvPr>
            <p:ph type="sldNum" sz="quarter" idx="4294967295"/>
          </p:nvPr>
        </p:nvSpPr>
        <p:spPr>
          <a:xfrm>
            <a:off x="11896725" y="6456363"/>
            <a:ext cx="295275" cy="187325"/>
          </a:xfrm>
        </p:spPr>
        <p:txBody>
          <a:bodyPr/>
          <a:lstStyle/>
          <a:p>
            <a:pPr rtl="0"/>
            <a:fld id="{9EC71654-96A5-4280-94F3-931C61A9F92C}" type="slidenum">
              <a:rPr lang="fr-FR" noProof="0" smtClean="0"/>
              <a:pPr rtl="0"/>
              <a:t>24</a:t>
            </a:fld>
            <a:endParaRPr lang="fr-FR" noProof="0" dirty="0"/>
          </a:p>
        </p:txBody>
      </p:sp>
    </p:spTree>
    <p:extLst>
      <p:ext uri="{BB962C8B-B14F-4D97-AF65-F5344CB8AC3E}">
        <p14:creationId xmlns:p14="http://schemas.microsoft.com/office/powerpoint/2010/main" val="1508978495"/>
      </p:ext>
    </p:extLst>
  </p:cSld>
  <p:clrMapOvr>
    <a:masterClrMapping/>
  </p:clrMapOvr>
</p:sld>
</file>

<file path=ppt/theme/theme1.xml><?xml version="1.0" encoding="utf-8"?>
<a:theme xmlns:a="http://schemas.openxmlformats.org/drawingml/2006/main" name="Thème Office">
  <a:themeElements>
    <a:clrScheme name="Contoso v1">
      <a:dk1>
        <a:sysClr val="windowText" lastClr="000000"/>
      </a:dk1>
      <a:lt1>
        <a:sysClr val="window" lastClr="FFFFFF"/>
      </a:lt1>
      <a:dk2>
        <a:srgbClr val="44546A"/>
      </a:dk2>
      <a:lt2>
        <a:srgbClr val="E7E6E6"/>
      </a:lt2>
      <a:accent1>
        <a:srgbClr val="2C567A"/>
      </a:accent1>
      <a:accent2>
        <a:srgbClr val="0072C7"/>
      </a:accent2>
      <a:accent3>
        <a:srgbClr val="0D1D51"/>
      </a:accent3>
      <a:accent4>
        <a:srgbClr val="666666"/>
      </a:accent4>
      <a:accent5>
        <a:srgbClr val="3C76A6"/>
      </a:accent5>
      <a:accent6>
        <a:srgbClr val="1E44BC"/>
      </a:accent6>
      <a:hlink>
        <a:srgbClr val="0563C1"/>
      </a:hlink>
      <a:folHlink>
        <a:srgbClr val="954F72"/>
      </a:folHlink>
    </a:clrScheme>
    <a:fontScheme name="Contoso v1">
      <a:majorFont>
        <a:latin typeface="Corbel"/>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30740356_TF34076243" id="{4913AA83-2306-4E2D-8830-C2A4E9B3D067}" vid="{57B55DBD-592B-4A90-8C6D-F8F746751AD2}"/>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0" ma:contentTypeDescription="Create a new document." ma:contentTypeScope="" ma:versionID="e39e7e9e36de66d473ce04bb4ab2dbb8">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9dc5994665da46609c24125788630d8"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519797F-2510-4681-A59B-FCD8F3733FE0}">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A4C31332-3081-4BD9-AD6F-078B4521F357}">
  <ds:schemaRefs>
    <ds:schemaRef ds:uri="http://schemas.microsoft.com/sharepoint/v3/contenttype/forms"/>
  </ds:schemaRefs>
</ds:datastoreItem>
</file>

<file path=customXml/itemProps3.xml><?xml version="1.0" encoding="utf-8"?>
<ds:datastoreItem xmlns:ds="http://schemas.openxmlformats.org/officeDocument/2006/customXml" ds:itemID="{1FF4E1AF-DB5E-4764-961C-6F82B33E9E6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Présentation sphérique en bleu</Template>
  <TotalTime>169</TotalTime>
  <Words>589</Words>
  <Application>Microsoft Office PowerPoint</Application>
  <PresentationFormat>Grand écran</PresentationFormat>
  <Paragraphs>134</Paragraphs>
  <Slides>24</Slides>
  <Notes>1</Notes>
  <HiddenSlides>0</HiddenSlides>
  <MMClips>1</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24</vt:i4>
      </vt:variant>
    </vt:vector>
  </HeadingPairs>
  <TitlesOfParts>
    <vt:vector size="30" baseType="lpstr">
      <vt:lpstr>Arial</vt:lpstr>
      <vt:lpstr>Calibri</vt:lpstr>
      <vt:lpstr>Corbel</vt:lpstr>
      <vt:lpstr>Times New Roman</vt:lpstr>
      <vt:lpstr>Wingdings</vt:lpstr>
      <vt:lpstr>Thème Office</vt:lpstr>
      <vt:lpstr>RESTAURANT  VATEL &amp; HUBSPOT</vt:lpstr>
      <vt:lpstr>VATEL</vt:lpstr>
      <vt:lpstr>HUBSPOT</vt:lpstr>
      <vt:lpstr>Présentation PowerPoint</vt:lpstr>
      <vt:lpstr>Vatel, un réseau mondial d’écoles de management hôtelier et de diplômés </vt:lpstr>
      <vt:lpstr>Vatel, un réseau mondial d’écoles de management hôtelier et de diplômés </vt:lpstr>
      <vt:lpstr>RESTAURANT VATEL</vt:lpstr>
      <vt:lpstr>LA CULTURE D’ENTREPRISE DE VATEL</vt:lpstr>
      <vt:lpstr>LA CULTURE D’ENTREPRISE DE VATEL</vt:lpstr>
      <vt:lpstr>LA CULTURE D’ENTREPRISE DE VATEL</vt:lpstr>
      <vt:lpstr>Modèle de leadership de Vatel</vt:lpstr>
      <vt:lpstr>Modèle de leadership de Vatel</vt:lpstr>
      <vt:lpstr>La communication au sein de Vatel</vt:lpstr>
      <vt:lpstr>La communication au sein de Vatel</vt:lpstr>
      <vt:lpstr>La communication au sein de Vatel</vt:lpstr>
      <vt:lpstr>La communication au sein de Vatel</vt:lpstr>
      <vt:lpstr>La gestion des conflits et des négociations au sein de Vatel </vt:lpstr>
      <vt:lpstr>Informations générales sur HubSpot </vt:lpstr>
      <vt:lpstr>La Culture d'Entreprise chez HubSpot  </vt:lpstr>
      <vt:lpstr>La Culture d'Entreprise chez HubSpot  </vt:lpstr>
      <vt:lpstr>Le Servant Leadership chez HubSpot </vt:lpstr>
      <vt:lpstr>Le Servant Leadership chez HubSpot</vt:lpstr>
      <vt:lpstr>CONCLUSION</vt:lpstr>
      <vt:lpstr>MERCI POUR VOTRE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RESTAURANT  VATEL</dc:title>
  <dc:creator>Visiteur</dc:creator>
  <cp:lastModifiedBy>Visiteur</cp:lastModifiedBy>
  <cp:revision>21</cp:revision>
  <dcterms:created xsi:type="dcterms:W3CDTF">2023-12-14T17:26:41Z</dcterms:created>
  <dcterms:modified xsi:type="dcterms:W3CDTF">2023-12-14T20:42:27Z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